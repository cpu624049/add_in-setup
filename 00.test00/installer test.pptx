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8:18:28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1 920 24575,'1'-19'0,"1"-1"0,1 1 0,1 0 0,1 0 0,0 1 0,1-1 0,2 1 0,-1 1 0,2-1 0,1 1 0,0 1 0,0-1 0,2 2 0,0 0 0,17-16 0,9-7 0,2 2 0,1 2 0,2 1 0,59-34 0,0 9 0,3 5 0,1 4 0,3 4 0,1 6 0,197-43 0,-122 48 0,1 8 0,345-2 0,-461 28 0,1 3 0,0 4 0,129 28 0,-162-25 0,0 2 0,-1 2 0,0 1 0,-1 2 0,-1 2 0,0 1 0,-2 1 0,43 36 0,-18-5 0,-2 3 0,-2 1 0,-4 3 0,-1 3 0,49 83 0,-76-116-57,-18-25-30,-1 1 0,1-1 0,0 0 0,-1 1-1,0 0 1,0 0 0,-1 0 0,1 0-1,-1 0 1,0 1 0,0-1 0,-1 1-1,0-1 1,1 10 0,-5-2-6739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8:18:28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 24575,'9'20'0,"-1"1"0,8 31 0,8 22 0,115 215 0,-137-286 0,-1-1 0,1 1 0,-1 0 0,0 0 0,0-1 0,0 1 0,0 0 0,0 0 0,-1 0 0,1 0 0,-1 0 0,0 0 0,0 1 0,0 2 0,-1-4 0,0 0 0,0-1 0,0 1 0,0-1 0,0 1 0,0-1 0,0 1 0,-1-1 0,1 0 0,0 0 0,-1 0 0,1 1 0,-1-1 0,1 0 0,-1-1 0,0 1 0,1 0 0,-1 0 0,0-1 0,0 1 0,1-1 0,-1 1 0,0-1 0,-3 0 0,-26 4 0,0-1 0,-43-2 0,47-2 0,0 1 0,1 2 0,-54 9 0,53-4 0,0 1 0,1 1 0,0 2 0,1 0 0,-47 29 0,56-31-1365,2-2-5461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8:18:29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1035 24575,'7'-5'0,"-1"-1"0,0-1 0,0 1 0,0-1 0,-1 0 0,0 0 0,-1 0 0,1-1 0,-1 0 0,-1 0 0,3-8 0,12-20 0,13-15 0,2 1 0,2 1 0,2 3 0,3 0 0,1 3 0,86-70 0,-64 66 0,3 2 0,1 4 0,3 2 0,115-46 0,-65 41 0,1 5 0,148-27 0,251-9 0,-108 47 0,466 29 0,-837 0 0,0 3 0,44 9 0,-69-9 0,1 0 0,-1 2 0,1 0 0,-2 0 0,1 2 0,-1 0 0,23 16 0,117 109 67,-80-65-1499,-58-54-5394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8:18:30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1 24575,'1'7'0,"1"-1"0,-1 1 0,1-1 0,1 1 0,-1-1 0,1 0 0,1 1 0,-1-1 0,1-1 0,7 9 0,4 9 0,142 213 0,-94-147 0,87 161 0,-146-244 0,-1 1 0,0-1 0,-1 1 0,1 0 0,-1 0 0,-1 0 0,1 0 0,0 9 0,-2-13 0,-1-1 0,1 1 0,0-1 0,-1 1 0,0-1 0,0 0 0,0 1 0,0-1 0,0 0 0,0 0 0,0 0 0,-1 0 0,1 0 0,-1 0 0,1 0 0,-1 0 0,0-1 0,0 1 0,0-1 0,0 1 0,0-1 0,0 0 0,0 1 0,-1-1 0,1 0 0,0 0 0,-3 0 0,-55 19 0,0-3 0,-97 15 0,85-19 0,-445 64-1365,471-74-5461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8:18:44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564 714 24575,'-13'-1'0,"0"0"0,1-1 0,-1-1 0,1 0 0,0 0 0,0-1 0,0-1 0,1 0 0,-1 0 0,1-1 0,0-1 0,-11-8 0,-14-14 0,-64-64 0,71 64 0,-9-8 0,1-3 0,-41-56 0,68 82 0,1 0 0,0 0 0,1-1 0,0 0 0,2-1 0,0 1 0,0-1 0,2 0 0,0-1 0,0 1 0,-1-27 0,5 39 0,0 0 0,0-1 0,0 1 0,1 0 0,-1 0 0,1 0 0,0 0 0,0 0 0,0 0 0,1 0 0,-1 1 0,1-1 0,0 0 0,0 1 0,0-1 0,1 1 0,-1 0 0,1 0 0,0 0 0,-1 0 0,1 0 0,1 0 0,-1 1 0,0 0 0,1-1 0,-1 1 0,1 0 0,6-2 0,7 0 0,-1 0 0,1 1 0,0 0 0,0 2 0,28 0 0,-35 0 0,122-2 0,0 6 0,0 6 0,171 33 0,-286-39 0,0 1 0,-1 1 0,0 1 0,27 12 0,-39-15 0,1-1 0,-1 1 0,0 0 0,1 0 0,-1 1 0,-1-1 0,1 1 0,-1 0 0,1 0 0,-1 0 0,0 1 0,0-1 0,-1 1 0,1-1 0,-1 1 0,0 0 0,-1 0 0,1 0 0,0 6 0,7 49 0,-3 1 0,-2-1 0,-5 69 0,0-123-62,0 0 0,0 1 0,-1-1 0,0 0 0,0 0 0,-1-1 0,1 1 0,-1 0 0,-1-1 0,1 0 0,-1 1 0,0-1-1,0-1 1,0 1 0,0 0 0,-1-1 0,0 0 0,0 0 0,0-1 0,-1 1 0,-5 2 0,-6 2-6764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8:18:44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1 24575,'-1'0'0,"0"1"0,-1-1 0,1 1 0,0 0 0,0-1 0,0 1 0,0 0 0,-1 0 0,1 0 0,0 0 0,0 0 0,1 0 0,-1 0 0,0 0 0,0 0 0,0 0 0,1 1 0,-1-1 0,0 0 0,1 0 0,-1 3 0,-13 37 0,11-30 0,-52 190 0,8 2 0,-23 229 0,33-94 0,7 457 0,31-764 0,2 1 0,0-1 0,2-1 0,1 1 0,21 58 0,-19-63-273,-1 1 0,-2-1 0,0 1 0,1 31 0,-4-20-6553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8:18:45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24575,'4'5'0,"0"1"0,0-1 0,-1 0 0,1 1 0,-2 0 0,1 0 0,3 9 0,10 22 0,29 35 0,109 133 0,-149-199 0,-1-1 0,1 0 0,0 0 0,1 0 0,-1 0 0,9 4 0,-13-8 0,1-1 0,-1 1 0,0-1 0,0 1 0,0-1 0,1 0 0,-1 1 0,0-1 0,0 0 0,1 0 0,-1 0 0,0 0 0,0 0 0,1 0 0,-1 0 0,0-1 0,0 1 0,1 0 0,-1-1 0,0 1 0,0-1 0,0 1 0,0-1 0,1 0 0,-1 1 0,0-1 0,0 0 0,0 0 0,0 0 0,-1 1 0,1-1 0,0 0 0,0 0 0,-1 0 0,1-1 0,0 1 0,-1 0 0,1 0 0,-1 0 0,1 0 0,-1-2 0,11-25 0,-3 0 0,0 0 0,-1-1 0,-2 0 0,1-33 0,4-11 0,6-69-1365,-15 119-5461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8:18:46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869 932 24575,'-12'-5'0,"-1"0"0,2-2 0,-1 1 0,1-2 0,-11-8 0,-19-12 0,-186-93 0,-10-7 0,207 110 0,1-1 0,1-2 0,1-1 0,0-1 0,2-1 0,-28-35 0,45 50 0,1-1 0,0 0 0,1-1 0,0 0 0,1 0 0,0 0 0,1 0 0,0-1 0,1 0 0,0 0 0,1 0 0,0 0 0,1 0 0,0 0 0,1 0 0,1 0 0,-1-1 0,2 1 0,0 0 0,0 0 0,7-17 0,-5 20 0,-1 1 0,2-1 0,0 1 0,0 0 0,0 0 0,1 0 0,0 1 0,0-1 0,1 2 0,0-1 0,0 1 0,1 0 0,0 0 0,0 1 0,0 0 0,0 1 0,1 0 0,0 0 0,17-5 0,-10 5 0,1 0 0,-1 1 0,1 0 0,0 2 0,0 0 0,0 0 0,0 2 0,0 0 0,0 1 0,22 6 0,-19-2 0,-1 1 0,0 1 0,-1 1 0,0 1 0,0 0 0,-1 1 0,26 22 0,103 105 0,-129-121 0,4 4 0,-1 2 0,-1 0 0,-1 2 0,0 0 0,-2 0 0,14 33 0,-25-49 0,-1 1 0,0-1 0,-1 1 0,0-1 0,-1 1 0,0 0 0,-1 0 0,1 0 0,-2 0 0,0 0 0,0 0 0,0 0 0,-2 0 0,1 0 0,-1 0 0,-1 0 0,1 0 0,-2-1 0,1 1 0,-1-1 0,-1 0 0,-5 9 0,-17 16 1,-47 49-1,33-39-1366,24-26-5460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8:18:47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24575,'0'13'0,"2"-1"0,0 1 0,0 0 0,6 16 0,4 17 0,28 180 0,59 296 0,159 458-499,-207-830 432,7-2 1,6-3-1,7-2 0,120 180 0,-158-275 171,2-2 0,2-1 0,53 48 1,-64-70-46,0-1 1,2-1-1,1-2 1,0-1-1,1-1 1,57 23-1,157 66-59,-232-103-55,-11-9 166,-12-15-908,10 18 173,-12-18-6202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08:18:47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24575,'26'29'0,"-3"0"0,0 2 0,29 52 0,-5-8 0,-14-27 0,-19-31 0,-1 0 0,-1 1 0,-1 1 0,0 0 0,-2 0 0,0 1 0,12 39 0,-21-55 0,0 0 0,0 0 0,0 0 0,0 0 0,-1 0 0,1 0 0,-1 0 0,0 0 0,-1 0 0,1 0 0,0-1 0,-1 1 0,0 0 0,0-1 0,0 1 0,-1-1 0,1 0 0,-1 0 0,1 0 0,-1 0 0,0 0 0,-6 4 0,-8 6 0,-1-2 0,0 1 0,-24 9 0,14-6 0,21-10-136,-1-1-1,0 0 1,0-1-1,0 1 1,0-2-1,0 1 1,-1-1-1,1 0 0,-11 0 1,-5-3-6690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40B51-44FB-AC95-0115-F100286F8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825B5F-F328-34D4-B89C-147028831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7A24C4-9B9A-FBB7-704D-5572458ED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5AA53B-4408-4204-D86C-457E18F5C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57E63B-93F0-4B27-8F80-391420EE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97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47C70-0E57-48A0-131D-63C19D34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53291D-B6D7-2BDA-AE23-401464AD7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A4776C-6098-74B4-5BAE-63588DC36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622A05-3E4A-41B8-013D-801BCB1B7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E8719E-8518-AAFC-F8BC-07FAF923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43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F543F-DF4A-FB7D-38FC-8DA2A433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AFE0C0-384F-58C9-553C-1C8B29063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4C18FB-B62B-195F-5DF3-B6C5056F3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731176-2197-CDE6-BAE0-E9F96151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568E3-1336-669D-A7E2-4E3487DA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475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76FCC-200F-F07B-526F-38244473B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C99850-3D6A-55FF-F060-74F699E66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7D7206-091B-6052-E230-AA6213A38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C2E372-3B41-03CC-514E-FD9B77DD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FDCE9D-D399-4068-163B-7A0C1D8B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11500E-95DF-0659-BB71-DA312D19D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03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3EF53-C48F-C2E1-1940-DA2656EB9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617B03-8C8E-6F22-C341-58C1FCBB7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3AC442-FF9A-4514-25DE-CD9F353E2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A7617C-7E58-9958-F81A-7C3A37915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962B98-B51E-51BE-183B-8C864A316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14E5ADA-0B51-3FCB-FFB9-D287208D7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058983-01F7-E319-007E-4310249D6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A273B4-C0B8-FE5D-0255-39BF5B26A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544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B4CAC-068D-5F0D-171C-3349FAAB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EFF811-3734-D893-A0C6-ECF4AC03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14B901-FFFF-7D87-97C3-18D0F0BA6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E26727-3D1F-B7F1-333C-2E9C3915F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72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12545A-34CA-CDC2-AD3E-884FD8F7E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E65FDF1-8869-4E14-A883-CA1353BC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F10401-19CE-9C9C-26FC-97C540D4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006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7541F-7E2A-4A76-36C1-AB718723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8EED99-D7D3-8E61-45CE-D410CBEF4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70EA64-7894-105E-7ABD-6411A3BCA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210023-0301-2C3D-4B73-C78E6867D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55EED8-E563-BFF1-9815-8F38BC75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B7B078-9DA6-0CF2-4502-432664A48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33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7A8B2-7A74-F21F-7602-B0785F3A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EC9B9E-F49C-75A9-0144-D8BB7187B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38C0C5-1A82-BEF5-5374-EF112089D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A186FC-70AC-C37E-2730-489F9C03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39B0BB-9246-450A-31FF-31580B5E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29D023-886B-8BE0-2D29-4371A823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359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84F20-7E46-0990-E13B-3E734CA91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5D70F1-6199-8FA1-CE73-ECE7BD55D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1A5B1D-D40C-CAE4-F2D2-8339BD91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DE85DD-9110-CA86-532F-3CD48AB8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0E154-19C9-4B6C-6649-0ADF17476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75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9D2B06-C503-F521-363C-B51EF0F9D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94FF00-8956-1D2E-D8DD-95E003BEE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D8016C-321C-32B1-F0D6-269BE6C7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181B63-875D-EDF2-FD69-5F5AD7D34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32D126-943F-FE30-64B6-F56CCA45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18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B998AD-AC4E-6CF3-BDA4-2DB014492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E80D37-B45D-9E70-F0EE-4813131FF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3CE0ED-3F3A-DE8B-BA10-AAFE23FC08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0251AC-F4EF-4A7F-B032-87D25DCC29E5}" type="datetimeFigureOut">
              <a:rPr lang="ko-KR" altLang="en-US" smtClean="0"/>
              <a:t>2025-05-15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4AFDCC-CB1B-8514-1360-A010C7056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076F7-CE9D-56EB-5ED0-25332B71B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71FDF-40FB-4D97-919B-1B3277C133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915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AE1A9B8-3109-AFCB-A97D-1366C496B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707" y="1571366"/>
            <a:ext cx="4734586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25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38A5329-7E0C-AFC6-38E8-F839C7FE8799}"/>
              </a:ext>
            </a:extLst>
          </p:cNvPr>
          <p:cNvSpPr/>
          <p:nvPr/>
        </p:nvSpPr>
        <p:spPr>
          <a:xfrm>
            <a:off x="2922758" y="941560"/>
            <a:ext cx="1222217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기능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D6209B-3872-60C9-ED8A-E4BA3C8936C8}"/>
              </a:ext>
            </a:extLst>
          </p:cNvPr>
          <p:cNvSpPr/>
          <p:nvPr/>
        </p:nvSpPr>
        <p:spPr>
          <a:xfrm>
            <a:off x="8637006" y="1303699"/>
            <a:ext cx="814812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배포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D7B696-5657-8304-5C2A-6BFECA1B19CD}"/>
              </a:ext>
            </a:extLst>
          </p:cNvPr>
          <p:cNvSpPr/>
          <p:nvPr/>
        </p:nvSpPr>
        <p:spPr>
          <a:xfrm>
            <a:off x="1086414" y="1303699"/>
            <a:ext cx="1222217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개발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2FB9E4-9CDA-A885-A714-F2A70CB3B504}"/>
              </a:ext>
            </a:extLst>
          </p:cNvPr>
          <p:cNvSpPr/>
          <p:nvPr/>
        </p:nvSpPr>
        <p:spPr>
          <a:xfrm>
            <a:off x="2652665" y="271604"/>
            <a:ext cx="5423026" cy="2716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개발 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4C44DC-7C54-9968-3A92-5C8802FF4D97}"/>
              </a:ext>
            </a:extLst>
          </p:cNvPr>
          <p:cNvSpPr/>
          <p:nvPr/>
        </p:nvSpPr>
        <p:spPr>
          <a:xfrm>
            <a:off x="4489009" y="941560"/>
            <a:ext cx="1222217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기능 개발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B6DC12-03FB-1ED3-4E6C-290437E9BFCA}"/>
              </a:ext>
            </a:extLst>
          </p:cNvPr>
          <p:cNvSpPr/>
          <p:nvPr/>
        </p:nvSpPr>
        <p:spPr>
          <a:xfrm>
            <a:off x="6055259" y="941560"/>
            <a:ext cx="1222217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테스트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F19738-90FC-40EC-2B79-2D9A91875A89}"/>
              </a:ext>
            </a:extLst>
          </p:cNvPr>
          <p:cNvSpPr/>
          <p:nvPr/>
        </p:nvSpPr>
        <p:spPr>
          <a:xfrm>
            <a:off x="3340727" y="1842380"/>
            <a:ext cx="1222217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피드백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8120F2-9131-D237-8872-2656F6019558}"/>
              </a:ext>
            </a:extLst>
          </p:cNvPr>
          <p:cNvSpPr/>
          <p:nvPr/>
        </p:nvSpPr>
        <p:spPr>
          <a:xfrm>
            <a:off x="4893396" y="1851433"/>
            <a:ext cx="1222217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수정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51C0FE-736F-5D2D-C6E0-E6844FC663D7}"/>
              </a:ext>
            </a:extLst>
          </p:cNvPr>
          <p:cNvSpPr/>
          <p:nvPr/>
        </p:nvSpPr>
        <p:spPr>
          <a:xfrm>
            <a:off x="6584131" y="1851433"/>
            <a:ext cx="1222217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테스트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71C54D-15B8-7A9B-C2B5-18E6415E8D9A}"/>
              </a:ext>
            </a:extLst>
          </p:cNvPr>
          <p:cNvSpPr/>
          <p:nvPr/>
        </p:nvSpPr>
        <p:spPr>
          <a:xfrm>
            <a:off x="958157" y="4377351"/>
            <a:ext cx="1222217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개발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F03505-2148-55CE-ADAC-3C75703293FA}"/>
              </a:ext>
            </a:extLst>
          </p:cNvPr>
          <p:cNvSpPr/>
          <p:nvPr/>
        </p:nvSpPr>
        <p:spPr>
          <a:xfrm>
            <a:off x="3340727" y="4377351"/>
            <a:ext cx="814812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배포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DA4B05-43AB-87B6-4F1A-14E87D2795F4}"/>
              </a:ext>
            </a:extLst>
          </p:cNvPr>
          <p:cNvGrpSpPr/>
          <p:nvPr/>
        </p:nvGrpSpPr>
        <p:grpSpPr>
          <a:xfrm>
            <a:off x="2208703" y="3892545"/>
            <a:ext cx="3455280" cy="426240"/>
            <a:chOff x="2208703" y="3892545"/>
            <a:chExt cx="345528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68DC969-6533-CD3B-268F-3EB37E0CD0EB}"/>
                    </a:ext>
                  </a:extLst>
                </p14:cNvPr>
                <p14:cNvContentPartPr/>
                <p14:nvPr/>
              </p14:nvContentPartPr>
              <p14:xfrm>
                <a:off x="2208703" y="3905505"/>
                <a:ext cx="1203480" cy="3312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68DC969-6533-CD3B-268F-3EB37E0CD0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02583" y="3899385"/>
                  <a:ext cx="12157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57C97A5-3E1A-2F2D-526D-4CEA199C741A}"/>
                    </a:ext>
                  </a:extLst>
                </p14:cNvPr>
                <p14:cNvContentPartPr/>
                <p14:nvPr/>
              </p14:nvContentPartPr>
              <p14:xfrm>
                <a:off x="3292303" y="4037265"/>
                <a:ext cx="204840" cy="2347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57C97A5-3E1A-2F2D-526D-4CEA199C74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86183" y="4031145"/>
                  <a:ext cx="217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E6AD8CE9-0FFC-D04D-F130-F218AB53C26F}"/>
                    </a:ext>
                  </a:extLst>
                </p14:cNvPr>
                <p14:cNvContentPartPr/>
                <p14:nvPr/>
              </p14:nvContentPartPr>
              <p14:xfrm>
                <a:off x="4155223" y="3945825"/>
                <a:ext cx="1353960" cy="3729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E6AD8CE9-0FFC-D04D-F130-F218AB53C2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49103" y="3939705"/>
                  <a:ext cx="13662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1E510489-21E7-80DF-5989-6FD0BA9169A1}"/>
                    </a:ext>
                  </a:extLst>
                </p14:cNvPr>
                <p14:cNvContentPartPr/>
                <p14:nvPr/>
              </p14:nvContentPartPr>
              <p14:xfrm>
                <a:off x="5319823" y="3892545"/>
                <a:ext cx="344160" cy="3459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1E510489-21E7-80DF-5989-6FD0BA9169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13703" y="3886425"/>
                  <a:ext cx="356400" cy="358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DF7E6C8-480F-C2EC-BBCA-05F098DEEFFB}"/>
              </a:ext>
            </a:extLst>
          </p:cNvPr>
          <p:cNvSpPr/>
          <p:nvPr/>
        </p:nvSpPr>
        <p:spPr>
          <a:xfrm>
            <a:off x="5647852" y="4377351"/>
            <a:ext cx="1096979" cy="479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ysClr val="windowText" lastClr="000000"/>
                </a:solidFill>
              </a:rPr>
              <a:t>사용자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D1B9F63-595E-3E6A-7C6D-355D4D73B06E}"/>
              </a:ext>
            </a:extLst>
          </p:cNvPr>
          <p:cNvGrpSpPr/>
          <p:nvPr/>
        </p:nvGrpSpPr>
        <p:grpSpPr>
          <a:xfrm>
            <a:off x="2530903" y="3871305"/>
            <a:ext cx="393480" cy="1174680"/>
            <a:chOff x="2530903" y="3871305"/>
            <a:chExt cx="393480" cy="11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8643786A-6EBE-0F51-AF21-9D187033154B}"/>
                    </a:ext>
                  </a:extLst>
                </p14:cNvPr>
                <p14:cNvContentPartPr/>
                <p14:nvPr/>
              </p14:nvContentPartPr>
              <p14:xfrm>
                <a:off x="2530903" y="3871305"/>
                <a:ext cx="393480" cy="2570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8643786A-6EBE-0F51-AF21-9D187033154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24783" y="3865185"/>
                  <a:ext cx="4057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E154B68-ECD8-3643-2662-7444AD6F09CC}"/>
                    </a:ext>
                  </a:extLst>
                </p14:cNvPr>
                <p14:cNvContentPartPr/>
                <p14:nvPr/>
              </p14:nvContentPartPr>
              <p14:xfrm>
                <a:off x="2760943" y="4091625"/>
                <a:ext cx="100080" cy="8971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E154B68-ECD8-3643-2662-7444AD6F09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54823" y="4085505"/>
                  <a:ext cx="112320" cy="90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7FF58359-8AEC-A861-7580-95FD069B712F}"/>
                    </a:ext>
                  </a:extLst>
                </p14:cNvPr>
                <p14:cNvContentPartPr/>
                <p14:nvPr/>
              </p14:nvContentPartPr>
              <p14:xfrm>
                <a:off x="2715943" y="4878225"/>
                <a:ext cx="145800" cy="1677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7FF58359-8AEC-A861-7580-95FD069B71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09823" y="4872105"/>
                  <a:ext cx="15804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FC1C2E7-3D9E-229B-1FDC-79B718278E71}"/>
              </a:ext>
            </a:extLst>
          </p:cNvPr>
          <p:cNvGrpSpPr/>
          <p:nvPr/>
        </p:nvGrpSpPr>
        <p:grpSpPr>
          <a:xfrm>
            <a:off x="4738783" y="3776013"/>
            <a:ext cx="847800" cy="1582920"/>
            <a:chOff x="4693783" y="3774465"/>
            <a:chExt cx="847800" cy="158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F31ACA3-544B-880B-7CEC-D98517F5C30D}"/>
                    </a:ext>
                  </a:extLst>
                </p14:cNvPr>
                <p14:cNvContentPartPr/>
                <p14:nvPr/>
              </p14:nvContentPartPr>
              <p14:xfrm>
                <a:off x="4693783" y="3774465"/>
                <a:ext cx="315720" cy="3358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F31ACA3-544B-880B-7CEC-D98517F5C30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87663" y="3768345"/>
                  <a:ext cx="3279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F51B4C48-D177-B75F-CE07-C461D14BE215}"/>
                    </a:ext>
                  </a:extLst>
                </p14:cNvPr>
                <p14:cNvContentPartPr/>
                <p14:nvPr/>
              </p14:nvContentPartPr>
              <p14:xfrm>
                <a:off x="4924543" y="4091625"/>
                <a:ext cx="563760" cy="11754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F51B4C48-D177-B75F-CE07-C461D14BE21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18423" y="4085505"/>
                  <a:ext cx="576000" cy="11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698DA359-B336-A14A-C6F3-DFFACBA14C4D}"/>
                    </a:ext>
                  </a:extLst>
                </p14:cNvPr>
                <p14:cNvContentPartPr/>
                <p14:nvPr/>
              </p14:nvContentPartPr>
              <p14:xfrm>
                <a:off x="5431783" y="5114745"/>
                <a:ext cx="109800" cy="24264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698DA359-B336-A14A-C6F3-DFFACBA14C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25663" y="5108625"/>
                  <a:ext cx="122040" cy="254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1387910-E258-8D70-58A1-287951206777}"/>
              </a:ext>
            </a:extLst>
          </p:cNvPr>
          <p:cNvSpPr txBox="1"/>
          <p:nvPr/>
        </p:nvSpPr>
        <p:spPr>
          <a:xfrm>
            <a:off x="159570" y="5183741"/>
            <a:ext cx="59650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r>
              <a:rPr lang="en-US" altLang="ko-KR" dirty="0" err="1"/>
              <a:t>dll</a:t>
            </a:r>
            <a:r>
              <a:rPr lang="ko-KR" altLang="en-US" dirty="0"/>
              <a:t> 파일</a:t>
            </a:r>
            <a:r>
              <a:rPr lang="en-US" altLang="ko-KR" dirty="0"/>
              <a:t>, .</a:t>
            </a:r>
            <a:r>
              <a:rPr lang="en-US" altLang="ko-KR" dirty="0" err="1"/>
              <a:t>addin</a:t>
            </a:r>
            <a:r>
              <a:rPr lang="en-US" altLang="ko-KR" dirty="0"/>
              <a:t> </a:t>
            </a:r>
            <a:r>
              <a:rPr lang="ko-KR" altLang="en-US" dirty="0"/>
              <a:t>파일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경로 </a:t>
            </a:r>
            <a:r>
              <a:rPr lang="en-US" altLang="ko-KR" dirty="0"/>
              <a:t>: \\idea\</a:t>
            </a:r>
            <a:r>
              <a:rPr lang="ko-KR" altLang="en-US" dirty="0"/>
              <a:t>전사공유자료</a:t>
            </a:r>
            <a:r>
              <a:rPr lang="en-US" altLang="ko-KR" dirty="0"/>
              <a:t>\R&amp;D\</a:t>
            </a:r>
            <a:r>
              <a:rPr lang="ko-KR" altLang="en-US" dirty="0"/>
              <a:t>배포파일</a:t>
            </a:r>
            <a:r>
              <a:rPr lang="en-US" altLang="ko-KR" dirty="0"/>
              <a:t>\AddIn\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330781-D0F7-2F72-4B8D-CA92005A0307}"/>
              </a:ext>
            </a:extLst>
          </p:cNvPr>
          <p:cNvSpPr txBox="1"/>
          <p:nvPr/>
        </p:nvSpPr>
        <p:spPr>
          <a:xfrm>
            <a:off x="5711226" y="4879091"/>
            <a:ext cx="62077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</a:t>
            </a:r>
            <a:r>
              <a:rPr lang="en-US" altLang="ko-KR" dirty="0" err="1"/>
              <a:t>dll</a:t>
            </a:r>
            <a:r>
              <a:rPr lang="ko-KR" altLang="en-US" dirty="0"/>
              <a:t> 파일</a:t>
            </a:r>
            <a:r>
              <a:rPr lang="en-US" altLang="ko-KR" dirty="0"/>
              <a:t>, .</a:t>
            </a:r>
            <a:r>
              <a:rPr lang="en-US" altLang="ko-KR" dirty="0" err="1"/>
              <a:t>addin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복사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경로 </a:t>
            </a:r>
            <a:r>
              <a:rPr lang="en-US" altLang="ko-KR" dirty="0"/>
              <a:t>: C:\ProgramData\Autodesk\Revit\Addins\2021\</a:t>
            </a:r>
          </a:p>
        </p:txBody>
      </p:sp>
    </p:spTree>
    <p:extLst>
      <p:ext uri="{BB962C8B-B14F-4D97-AF65-F5344CB8AC3E}">
        <p14:creationId xmlns:p14="http://schemas.microsoft.com/office/powerpoint/2010/main" val="7523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</Words>
  <Application>Microsoft Office PowerPoint</Application>
  <PresentationFormat>와이드스크린</PresentationFormat>
  <Paragraphs>18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강지수</dc:creator>
  <cp:lastModifiedBy>강지수</cp:lastModifiedBy>
  <cp:revision>2</cp:revision>
  <dcterms:created xsi:type="dcterms:W3CDTF">2025-05-15T08:12:32Z</dcterms:created>
  <dcterms:modified xsi:type="dcterms:W3CDTF">2025-05-15T08:23:31Z</dcterms:modified>
</cp:coreProperties>
</file>