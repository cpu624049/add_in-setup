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1" r:id="rId9"/>
    <p:sldId id="264" r:id="rId10"/>
    <p:sldId id="265" r:id="rId1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6" d="100"/>
          <a:sy n="106" d="100"/>
        </p:scale>
        <p:origin x="7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9CD3C0-4ED6-0AE5-0548-C8B117D3A3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49E5FF5-EBDA-E94B-D8BB-8DC847B20A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79F8BF0-66F3-4DB5-70C3-6DB99B99BC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23FE2-B3B7-4CA7-AE93-FEDF77A1D3BC}" type="datetimeFigureOut">
              <a:rPr lang="ko-KR" altLang="en-US" smtClean="0"/>
              <a:t>2025-04-18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6BF0E0D-74D2-A562-AA90-6B750601BE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C9CB477-EEAD-4002-7B96-75A0EC160E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8F429B-1858-4858-94B4-0139CF0BBB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064517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4005FC-3611-FE31-6DF9-EEBCC48F26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311F20C-831F-A7BB-9CD3-F1172776FD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FC51A18-AE61-6B52-6AF3-524FBAF91A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23FE2-B3B7-4CA7-AE93-FEDF77A1D3BC}" type="datetimeFigureOut">
              <a:rPr lang="ko-KR" altLang="en-US" smtClean="0"/>
              <a:t>2025-04-18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FC20BD1-C7DA-27E4-715B-953F6CC511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5CA5207-5A67-48DE-209E-CB9ABF638C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8F429B-1858-4858-94B4-0139CF0BBB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741647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91085F-E96B-3967-8056-CAB9D5564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7AE3097-45CC-D37F-4909-561768F404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6EA8CA4-CEDA-AAE5-EEC8-C79CA47C86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23FE2-B3B7-4CA7-AE93-FEDF77A1D3BC}" type="datetimeFigureOut">
              <a:rPr lang="ko-KR" altLang="en-US" smtClean="0"/>
              <a:t>2025-04-18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262C0A8-A49C-DB27-CBCA-3B99D7495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7DB405D-B32D-0FC6-E2F8-CE89FDFAB5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8F429B-1858-4858-94B4-0139CF0BBB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99565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97D85C-2F8E-20F0-7506-B1748B7EC0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4D27A62-E113-EC16-AF7E-24BAA9D424A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DC6211F-D6F0-C1F4-4D95-BBE2AF2661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DDF03F6-5C5F-2AEB-6795-7865093808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23FE2-B3B7-4CA7-AE93-FEDF77A1D3BC}" type="datetimeFigureOut">
              <a:rPr lang="ko-KR" altLang="en-US" smtClean="0"/>
              <a:t>2025-04-18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F1801CF-11A4-79DA-D022-E766CCC010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88AD9E4-844A-5972-44AF-B8B6BFAD8E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8F429B-1858-4858-94B4-0139CF0BBB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467607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3191A05-6EFA-FDD4-615F-D10C4F90A1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31BDF37-8BC3-DDF8-236D-F9F8A617F6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E6426DE-7246-FB10-3098-37BDE4394F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A33131E-41B5-CBEB-461E-C63FCAEF41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33892D3-D72A-BCE5-C2FE-DD739348A1A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54E26D0-2E11-133E-4DA5-852F2AA7A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23FE2-B3B7-4CA7-AE93-FEDF77A1D3BC}" type="datetimeFigureOut">
              <a:rPr lang="ko-KR" altLang="en-US" smtClean="0"/>
              <a:t>2025-04-18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D2695D7-D768-34EA-EFBA-B8DD97CF3A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68017B3-FD50-CBB7-9C93-000DDF4A81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8F429B-1858-4858-94B4-0139CF0BBB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61074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04D41D-DE07-F94F-5A61-6945B3CD9E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5EF411B-7496-3A5F-4F41-17F83CBD8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23FE2-B3B7-4CA7-AE93-FEDF77A1D3BC}" type="datetimeFigureOut">
              <a:rPr lang="ko-KR" altLang="en-US" smtClean="0"/>
              <a:t>2025-04-18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6FCAFCE-9639-BD4B-E882-0313CFA951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9ABF1A-B75F-EEA7-F3AE-EA8F4886F0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8F429B-1858-4858-94B4-0139CF0BBB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9625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E763BB8-271E-FE29-715D-39D8749D9E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23FE2-B3B7-4CA7-AE93-FEDF77A1D3BC}" type="datetimeFigureOut">
              <a:rPr lang="ko-KR" altLang="en-US" smtClean="0"/>
              <a:t>2025-04-18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122A5AD-E2E6-F497-CD30-704FCF733C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0D585E-A9F7-9145-934E-8AA09F9F77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8F429B-1858-4858-94B4-0139CF0BBB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328834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27E6984-1B32-1294-3B74-605869F338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B6DF510-1CFB-DA28-BB97-5A0F57F6FD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1682C23-6C28-08DB-0951-AAA2B31662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048AE96-8EF4-D9AC-6B57-5D5AA65A69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23FE2-B3B7-4CA7-AE93-FEDF77A1D3BC}" type="datetimeFigureOut">
              <a:rPr lang="ko-KR" altLang="en-US" smtClean="0"/>
              <a:t>2025-04-18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00E3536-25BF-7452-04DD-68F4943F70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44B079A-B90C-2123-D118-69287192E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8F429B-1858-4858-94B4-0139CF0BBB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132136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524446-35DE-DE45-5248-81AF0192BD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A9E05F86-83D1-0394-F513-11EB5F57FEF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4C12C7E-A200-24EC-C388-1E27464628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AD04C18-4578-1774-0B2F-320FA0EDDF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23FE2-B3B7-4CA7-AE93-FEDF77A1D3BC}" type="datetimeFigureOut">
              <a:rPr lang="ko-KR" altLang="en-US" smtClean="0"/>
              <a:t>2025-04-18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11B688F-3553-BB16-F708-3BED62B269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ACB9A85-23F3-3AA4-0465-039086C95A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8F429B-1858-4858-94B4-0139CF0BBB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70636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840549-2330-AE86-BB6E-682285F78B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0234D93-03FB-FCB8-AD2A-01222803D9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785596D-D96E-73A9-091C-7E7FCD31F0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23FE2-B3B7-4CA7-AE93-FEDF77A1D3BC}" type="datetimeFigureOut">
              <a:rPr lang="ko-KR" altLang="en-US" smtClean="0"/>
              <a:t>2025-04-18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04C8AFB-3416-8AAA-1934-0FACF3F73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77AAB91-52EA-A9BB-C8AF-F59728B12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8F429B-1858-4858-94B4-0139CF0BBB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0489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3E89F9F2-3514-68D2-C417-15841846D07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CA07B44-584B-CB11-6639-A92F7769EB3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A9365D4-12AC-CEC8-8246-326E2D12C2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23FE2-B3B7-4CA7-AE93-FEDF77A1D3BC}" type="datetimeFigureOut">
              <a:rPr lang="ko-KR" altLang="en-US" smtClean="0"/>
              <a:t>2025-04-18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043709-FC7D-B022-D543-6D275146FE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3DD1B11-7D8A-8F8E-6FAB-3828B1FAE9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8F429B-1858-4858-94B4-0139CF0BBB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2714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4113481C-A8D7-8B94-9D6E-302D98417B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1DA4D44-AF68-7D5E-6E69-A0B704CB64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70F6889-A86F-1FDF-CA62-CE6E13A915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F23FE2-B3B7-4CA7-AE93-FEDF77A1D3BC}" type="datetimeFigureOut">
              <a:rPr lang="ko-KR" altLang="en-US" smtClean="0"/>
              <a:t>2025-04-18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9050F98-7AF1-92A1-AC67-5B19C9B8ED2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014FFA7-399F-D3A5-0225-1C366331C5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8F429B-1858-4858-94B4-0139CF0BBB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89797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A689CC4A-F213-0085-5E08-41B790A447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036" y="491167"/>
            <a:ext cx="4858428" cy="3829584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2AE9D9CE-A01A-379B-2466-36E6D87193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7785" y="519746"/>
            <a:ext cx="4839375" cy="3801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27907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922E79E8-15F0-8179-1D82-5D56BAEC62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456" y="328204"/>
            <a:ext cx="4944165" cy="3829584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95A2FAA7-F102-139B-6364-2B66D556F6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4763" y="328204"/>
            <a:ext cx="4896533" cy="3896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93345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1207AFD2-F1DA-20D6-A4DD-005B1A6AFD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192" y="240379"/>
            <a:ext cx="6163535" cy="5544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19900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38D3BDC6-2DC6-F1A8-310A-11AD37B4A8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818" y="558589"/>
            <a:ext cx="6420746" cy="2572109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40E3DFB7-70E7-D924-C1A3-9D7100C05C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443" y="3606666"/>
            <a:ext cx="7592485" cy="2143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87817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A7498C9-C581-383A-F91F-FAC3F6361B87}"/>
              </a:ext>
            </a:extLst>
          </p:cNvPr>
          <p:cNvSpPr txBox="1"/>
          <p:nvPr/>
        </p:nvSpPr>
        <p:spPr>
          <a:xfrm>
            <a:off x="187860" y="1792586"/>
            <a:ext cx="6097508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00" dirty="0"/>
              <a:t>[</a:t>
            </a:r>
            <a:r>
              <a:rPr lang="ko-KR" altLang="en-US" sz="800" dirty="0" err="1"/>
              <a:t>Setup</a:t>
            </a:r>
            <a:r>
              <a:rPr lang="ko-KR" altLang="en-US" sz="800" dirty="0"/>
              <a:t>]</a:t>
            </a:r>
          </a:p>
          <a:p>
            <a:r>
              <a:rPr lang="ko-KR" altLang="en-US" sz="800" dirty="0" err="1"/>
              <a:t>AppName</a:t>
            </a:r>
            <a:r>
              <a:rPr lang="ko-KR" altLang="en-US" sz="800" dirty="0"/>
              <a:t>=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</a:t>
            </a:r>
            <a:r>
              <a:rPr lang="ko-KR" altLang="en-US" sz="800" dirty="0" err="1"/>
              <a:t>Add-in</a:t>
            </a:r>
            <a:r>
              <a:rPr lang="ko-KR" altLang="en-US" sz="800" dirty="0"/>
              <a:t> </a:t>
            </a:r>
            <a:r>
              <a:rPr lang="ko-KR" altLang="en-US" sz="800" dirty="0" err="1"/>
              <a:t>Installer</a:t>
            </a:r>
            <a:r>
              <a:rPr lang="ko-KR" altLang="en-US" sz="800" dirty="0"/>
              <a:t> </a:t>
            </a:r>
            <a:r>
              <a:rPr lang="ko-KR" altLang="en-US" sz="800" dirty="0" err="1"/>
              <a:t>Test</a:t>
            </a:r>
            <a:endParaRPr lang="ko-KR" altLang="en-US" sz="800" dirty="0"/>
          </a:p>
          <a:p>
            <a:r>
              <a:rPr lang="ko-KR" altLang="en-US" sz="800" dirty="0" err="1"/>
              <a:t>AppVersion</a:t>
            </a:r>
            <a:r>
              <a:rPr lang="ko-KR" altLang="en-US" sz="800" dirty="0"/>
              <a:t>=0.2</a:t>
            </a:r>
          </a:p>
          <a:p>
            <a:r>
              <a:rPr lang="ko-KR" altLang="en-US" sz="800" dirty="0" err="1"/>
              <a:t>DefaultDirName</a:t>
            </a:r>
            <a:r>
              <a:rPr lang="ko-KR" altLang="en-US" sz="800" dirty="0"/>
              <a:t>={</a:t>
            </a:r>
            <a:r>
              <a:rPr lang="ko-KR" altLang="en-US" sz="800" dirty="0" err="1"/>
              <a:t>autopf</a:t>
            </a:r>
            <a:r>
              <a:rPr lang="ko-KR" altLang="en-US" sz="800" dirty="0"/>
              <a:t>}\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</a:t>
            </a:r>
            <a:r>
              <a:rPr lang="ko-KR" altLang="en-US" sz="800" dirty="0" err="1"/>
              <a:t>Add-in</a:t>
            </a:r>
            <a:r>
              <a:rPr lang="ko-KR" altLang="en-US" sz="800" dirty="0"/>
              <a:t> </a:t>
            </a:r>
            <a:r>
              <a:rPr lang="ko-KR" altLang="en-US" sz="800" dirty="0" err="1"/>
              <a:t>Installer</a:t>
            </a:r>
            <a:r>
              <a:rPr lang="ko-KR" altLang="en-US" sz="800" dirty="0"/>
              <a:t> </a:t>
            </a:r>
            <a:r>
              <a:rPr lang="ko-KR" altLang="en-US" sz="800" dirty="0" err="1"/>
              <a:t>Test</a:t>
            </a:r>
            <a:endParaRPr lang="ko-KR" altLang="en-US" sz="800" dirty="0"/>
          </a:p>
          <a:p>
            <a:r>
              <a:rPr lang="ko-KR" altLang="en-US" sz="800" dirty="0" err="1"/>
              <a:t>OutputDir</a:t>
            </a:r>
            <a:r>
              <a:rPr lang="ko-KR" altLang="en-US" sz="800" dirty="0"/>
              <a:t>=.</a:t>
            </a:r>
          </a:p>
          <a:p>
            <a:r>
              <a:rPr lang="ko-KR" altLang="en-US" sz="800" dirty="0" err="1"/>
              <a:t>OutputBaseFilename</a:t>
            </a:r>
            <a:r>
              <a:rPr lang="ko-KR" altLang="en-US" sz="800" dirty="0"/>
              <a:t>=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</a:t>
            </a:r>
            <a:r>
              <a:rPr lang="ko-KR" altLang="en-US" sz="800" dirty="0" err="1"/>
              <a:t>Add-in</a:t>
            </a:r>
            <a:r>
              <a:rPr lang="ko-KR" altLang="en-US" sz="800" dirty="0"/>
              <a:t> </a:t>
            </a:r>
            <a:r>
              <a:rPr lang="ko-KR" altLang="en-US" sz="800" dirty="0" err="1"/>
              <a:t>Installer</a:t>
            </a:r>
            <a:r>
              <a:rPr lang="ko-KR" altLang="en-US" sz="800" dirty="0"/>
              <a:t> Test.v0.2</a:t>
            </a:r>
          </a:p>
          <a:p>
            <a:r>
              <a:rPr lang="ko-KR" altLang="en-US" sz="800" dirty="0" err="1"/>
              <a:t>Compression</a:t>
            </a:r>
            <a:r>
              <a:rPr lang="ko-KR" altLang="en-US" sz="800" dirty="0"/>
              <a:t>=</a:t>
            </a:r>
            <a:r>
              <a:rPr lang="ko-KR" altLang="en-US" sz="800" dirty="0" err="1"/>
              <a:t>lzma</a:t>
            </a:r>
            <a:endParaRPr lang="ko-KR" altLang="en-US" sz="800" dirty="0"/>
          </a:p>
          <a:p>
            <a:r>
              <a:rPr lang="ko-KR" altLang="en-US" sz="800" dirty="0" err="1"/>
              <a:t>SolidCompression</a:t>
            </a:r>
            <a:r>
              <a:rPr lang="ko-KR" altLang="en-US" sz="800" dirty="0"/>
              <a:t>=</a:t>
            </a:r>
            <a:r>
              <a:rPr lang="ko-KR" altLang="en-US" sz="800" dirty="0" err="1"/>
              <a:t>yes</a:t>
            </a:r>
            <a:endParaRPr lang="ko-KR" altLang="en-US" sz="800" dirty="0"/>
          </a:p>
          <a:p>
            <a:endParaRPr lang="ko-KR" altLang="en-US" sz="800" dirty="0"/>
          </a:p>
          <a:p>
            <a:r>
              <a:rPr lang="ko-KR" altLang="en-US" sz="800" dirty="0"/>
              <a:t>[</a:t>
            </a:r>
            <a:r>
              <a:rPr lang="ko-KR" altLang="en-US" sz="800" dirty="0" err="1"/>
              <a:t>Tasks</a:t>
            </a:r>
            <a:r>
              <a:rPr lang="ko-KR" altLang="en-US" sz="800" dirty="0"/>
              <a:t>]</a:t>
            </a:r>
          </a:p>
          <a:p>
            <a:r>
              <a:rPr lang="ko-KR" altLang="en-US" sz="800" dirty="0" err="1"/>
              <a:t>Name</a:t>
            </a:r>
            <a:r>
              <a:rPr lang="ko-KR" altLang="en-US" sz="800" dirty="0"/>
              <a:t>: r21; </a:t>
            </a:r>
            <a:r>
              <a:rPr lang="ko-KR" altLang="en-US" sz="800" dirty="0" err="1"/>
              <a:t>Description</a:t>
            </a:r>
            <a:r>
              <a:rPr lang="ko-KR" altLang="en-US" sz="800" dirty="0"/>
              <a:t>: "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2021 </a:t>
            </a:r>
            <a:r>
              <a:rPr lang="ko-KR" altLang="en-US" sz="800" dirty="0" err="1"/>
              <a:t>Add-in</a:t>
            </a:r>
            <a:r>
              <a:rPr lang="ko-KR" altLang="en-US" sz="800" dirty="0"/>
              <a:t> 설치"; </a:t>
            </a:r>
            <a:r>
              <a:rPr lang="ko-KR" altLang="en-US" sz="800" dirty="0" err="1"/>
              <a:t>GroupDescription</a:t>
            </a:r>
            <a:r>
              <a:rPr lang="ko-KR" altLang="en-US" sz="800" dirty="0"/>
              <a:t>: "설치할 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버전을 선택하세요:"</a:t>
            </a:r>
          </a:p>
          <a:p>
            <a:r>
              <a:rPr lang="ko-KR" altLang="en-US" sz="800" dirty="0" err="1"/>
              <a:t>Name</a:t>
            </a:r>
            <a:r>
              <a:rPr lang="ko-KR" altLang="en-US" sz="800" dirty="0"/>
              <a:t>: r22; </a:t>
            </a:r>
            <a:r>
              <a:rPr lang="ko-KR" altLang="en-US" sz="800" dirty="0" err="1"/>
              <a:t>Description</a:t>
            </a:r>
            <a:r>
              <a:rPr lang="ko-KR" altLang="en-US" sz="800" dirty="0"/>
              <a:t>: "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2022 </a:t>
            </a:r>
            <a:r>
              <a:rPr lang="ko-KR" altLang="en-US" sz="800" dirty="0" err="1"/>
              <a:t>Add-in</a:t>
            </a:r>
            <a:r>
              <a:rPr lang="ko-KR" altLang="en-US" sz="800" dirty="0"/>
              <a:t> 설치"; </a:t>
            </a:r>
            <a:r>
              <a:rPr lang="ko-KR" altLang="en-US" sz="800" dirty="0" err="1"/>
              <a:t>GroupDescription</a:t>
            </a:r>
            <a:r>
              <a:rPr lang="ko-KR" altLang="en-US" sz="800" dirty="0"/>
              <a:t>: "설치할 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버전을 선택하세요:"</a:t>
            </a:r>
          </a:p>
          <a:p>
            <a:r>
              <a:rPr lang="ko-KR" altLang="en-US" sz="800" dirty="0" err="1"/>
              <a:t>Name</a:t>
            </a:r>
            <a:r>
              <a:rPr lang="ko-KR" altLang="en-US" sz="800" dirty="0"/>
              <a:t>: r23; </a:t>
            </a:r>
            <a:r>
              <a:rPr lang="ko-KR" altLang="en-US" sz="800" dirty="0" err="1"/>
              <a:t>Description</a:t>
            </a:r>
            <a:r>
              <a:rPr lang="ko-KR" altLang="en-US" sz="800" dirty="0"/>
              <a:t>: "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2023 </a:t>
            </a:r>
            <a:r>
              <a:rPr lang="ko-KR" altLang="en-US" sz="800" dirty="0" err="1"/>
              <a:t>Add-in</a:t>
            </a:r>
            <a:r>
              <a:rPr lang="ko-KR" altLang="en-US" sz="800" dirty="0"/>
              <a:t> 설치"; </a:t>
            </a:r>
            <a:r>
              <a:rPr lang="ko-KR" altLang="en-US" sz="800" dirty="0" err="1"/>
              <a:t>GroupDescription</a:t>
            </a:r>
            <a:r>
              <a:rPr lang="ko-KR" altLang="en-US" sz="800" dirty="0"/>
              <a:t>: "설치할 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버전을 선택하세요:"</a:t>
            </a:r>
          </a:p>
          <a:p>
            <a:r>
              <a:rPr lang="ko-KR" altLang="en-US" sz="800" dirty="0" err="1"/>
              <a:t>Name</a:t>
            </a:r>
            <a:r>
              <a:rPr lang="ko-KR" altLang="en-US" sz="800" dirty="0"/>
              <a:t>: r24; </a:t>
            </a:r>
            <a:r>
              <a:rPr lang="ko-KR" altLang="en-US" sz="800" dirty="0" err="1"/>
              <a:t>Description</a:t>
            </a:r>
            <a:r>
              <a:rPr lang="ko-KR" altLang="en-US" sz="800" dirty="0"/>
              <a:t>: "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2024 </a:t>
            </a:r>
            <a:r>
              <a:rPr lang="ko-KR" altLang="en-US" sz="800" dirty="0" err="1"/>
              <a:t>Add-in</a:t>
            </a:r>
            <a:r>
              <a:rPr lang="ko-KR" altLang="en-US" sz="800" dirty="0"/>
              <a:t> 설치"; </a:t>
            </a:r>
            <a:r>
              <a:rPr lang="ko-KR" altLang="en-US" sz="800" dirty="0" err="1"/>
              <a:t>GroupDescription</a:t>
            </a:r>
            <a:r>
              <a:rPr lang="ko-KR" altLang="en-US" sz="800" dirty="0"/>
              <a:t>: "설치할 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버전을 선택하세요:"</a:t>
            </a:r>
          </a:p>
          <a:p>
            <a:r>
              <a:rPr lang="ko-KR" altLang="en-US" sz="800" dirty="0" err="1"/>
              <a:t>Name</a:t>
            </a:r>
            <a:r>
              <a:rPr lang="ko-KR" altLang="en-US" sz="800" dirty="0"/>
              <a:t>: r25; </a:t>
            </a:r>
            <a:r>
              <a:rPr lang="ko-KR" altLang="en-US" sz="800" dirty="0" err="1"/>
              <a:t>Description</a:t>
            </a:r>
            <a:r>
              <a:rPr lang="ko-KR" altLang="en-US" sz="800" dirty="0"/>
              <a:t>: "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2025 </a:t>
            </a:r>
            <a:r>
              <a:rPr lang="ko-KR" altLang="en-US" sz="800" dirty="0" err="1"/>
              <a:t>Add-in</a:t>
            </a:r>
            <a:r>
              <a:rPr lang="ko-KR" altLang="en-US" sz="800" dirty="0"/>
              <a:t> 설치"; </a:t>
            </a:r>
            <a:r>
              <a:rPr lang="ko-KR" altLang="en-US" sz="800" dirty="0" err="1"/>
              <a:t>GroupDescription</a:t>
            </a:r>
            <a:r>
              <a:rPr lang="ko-KR" altLang="en-US" sz="800" dirty="0"/>
              <a:t>: "설치할 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버전을 선택하세요:"</a:t>
            </a:r>
          </a:p>
          <a:p>
            <a:endParaRPr lang="ko-KR" altLang="en-US" sz="800" dirty="0"/>
          </a:p>
          <a:p>
            <a:r>
              <a:rPr lang="ko-KR" altLang="en-US" sz="800" dirty="0"/>
              <a:t>[</a:t>
            </a:r>
            <a:r>
              <a:rPr lang="ko-KR" altLang="en-US" sz="800" dirty="0" err="1"/>
              <a:t>Files</a:t>
            </a:r>
            <a:r>
              <a:rPr lang="ko-KR" altLang="en-US" sz="800" dirty="0"/>
              <a:t>]</a:t>
            </a:r>
          </a:p>
          <a:p>
            <a:r>
              <a:rPr lang="ko-KR" altLang="en-US" sz="800" dirty="0" err="1"/>
              <a:t>Source</a:t>
            </a:r>
            <a:r>
              <a:rPr lang="ko-KR" altLang="en-US" sz="800" dirty="0"/>
              <a:t>: "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\R21\*"; </a:t>
            </a:r>
            <a:r>
              <a:rPr lang="ko-KR" altLang="en-US" sz="800" dirty="0" err="1"/>
              <a:t>DestDir</a:t>
            </a:r>
            <a:r>
              <a:rPr lang="ko-KR" altLang="en-US" sz="800" dirty="0"/>
              <a:t>: "{</a:t>
            </a:r>
            <a:r>
              <a:rPr lang="ko-KR" altLang="en-US" sz="800" dirty="0" err="1"/>
              <a:t>userappdata</a:t>
            </a:r>
            <a:r>
              <a:rPr lang="ko-KR" altLang="en-US" sz="800" dirty="0"/>
              <a:t>}\</a:t>
            </a:r>
            <a:r>
              <a:rPr lang="ko-KR" altLang="en-US" sz="800" dirty="0" err="1"/>
              <a:t>Autodesk</a:t>
            </a:r>
            <a:r>
              <a:rPr lang="ko-KR" altLang="en-US" sz="800" dirty="0"/>
              <a:t>\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\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\2021"; </a:t>
            </a:r>
            <a:r>
              <a:rPr lang="ko-KR" altLang="en-US" sz="800" dirty="0" err="1"/>
              <a:t>Flags</a:t>
            </a:r>
            <a:r>
              <a:rPr lang="ko-KR" altLang="en-US" sz="800" dirty="0"/>
              <a:t>: </a:t>
            </a:r>
            <a:r>
              <a:rPr lang="ko-KR" altLang="en-US" sz="800" dirty="0" err="1"/>
              <a:t>ignoreversion</a:t>
            </a:r>
            <a:r>
              <a:rPr lang="ko-KR" altLang="en-US" sz="800" dirty="0"/>
              <a:t>; </a:t>
            </a:r>
            <a:r>
              <a:rPr lang="ko-KR" altLang="en-US" sz="800" dirty="0" err="1"/>
              <a:t>Check</a:t>
            </a:r>
            <a:r>
              <a:rPr lang="ko-KR" altLang="en-US" sz="800" dirty="0"/>
              <a:t>: IsR21Installed</a:t>
            </a:r>
          </a:p>
          <a:p>
            <a:r>
              <a:rPr lang="ko-KR" altLang="en-US" sz="800" dirty="0" err="1"/>
              <a:t>Source</a:t>
            </a:r>
            <a:r>
              <a:rPr lang="ko-KR" altLang="en-US" sz="800" dirty="0"/>
              <a:t>: "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\R22\*"; </a:t>
            </a:r>
            <a:r>
              <a:rPr lang="ko-KR" altLang="en-US" sz="800" dirty="0" err="1"/>
              <a:t>DestDir</a:t>
            </a:r>
            <a:r>
              <a:rPr lang="ko-KR" altLang="en-US" sz="800" dirty="0"/>
              <a:t>: "{</a:t>
            </a:r>
            <a:r>
              <a:rPr lang="ko-KR" altLang="en-US" sz="800" dirty="0" err="1"/>
              <a:t>userappdata</a:t>
            </a:r>
            <a:r>
              <a:rPr lang="ko-KR" altLang="en-US" sz="800" dirty="0"/>
              <a:t>}\</a:t>
            </a:r>
            <a:r>
              <a:rPr lang="ko-KR" altLang="en-US" sz="800" dirty="0" err="1"/>
              <a:t>Autodesk</a:t>
            </a:r>
            <a:r>
              <a:rPr lang="ko-KR" altLang="en-US" sz="800" dirty="0"/>
              <a:t>\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\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\2022"; </a:t>
            </a:r>
            <a:r>
              <a:rPr lang="ko-KR" altLang="en-US" sz="800" dirty="0" err="1"/>
              <a:t>Flags</a:t>
            </a:r>
            <a:r>
              <a:rPr lang="ko-KR" altLang="en-US" sz="800" dirty="0"/>
              <a:t>: </a:t>
            </a:r>
            <a:r>
              <a:rPr lang="ko-KR" altLang="en-US" sz="800" dirty="0" err="1"/>
              <a:t>ignoreversion</a:t>
            </a:r>
            <a:r>
              <a:rPr lang="ko-KR" altLang="en-US" sz="800" dirty="0"/>
              <a:t>; </a:t>
            </a:r>
            <a:r>
              <a:rPr lang="ko-KR" altLang="en-US" sz="800" dirty="0" err="1"/>
              <a:t>Check</a:t>
            </a:r>
            <a:r>
              <a:rPr lang="ko-KR" altLang="en-US" sz="800" dirty="0"/>
              <a:t>: IsR22Installed</a:t>
            </a:r>
          </a:p>
          <a:p>
            <a:r>
              <a:rPr lang="ko-KR" altLang="en-US" sz="800" dirty="0" err="1"/>
              <a:t>Source</a:t>
            </a:r>
            <a:r>
              <a:rPr lang="ko-KR" altLang="en-US" sz="800" dirty="0"/>
              <a:t>: "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\R23\*"; </a:t>
            </a:r>
            <a:r>
              <a:rPr lang="ko-KR" altLang="en-US" sz="800" dirty="0" err="1"/>
              <a:t>DestDir</a:t>
            </a:r>
            <a:r>
              <a:rPr lang="ko-KR" altLang="en-US" sz="800" dirty="0"/>
              <a:t>: "{</a:t>
            </a:r>
            <a:r>
              <a:rPr lang="ko-KR" altLang="en-US" sz="800" dirty="0" err="1"/>
              <a:t>userappdata</a:t>
            </a:r>
            <a:r>
              <a:rPr lang="ko-KR" altLang="en-US" sz="800" dirty="0"/>
              <a:t>}\</a:t>
            </a:r>
            <a:r>
              <a:rPr lang="ko-KR" altLang="en-US" sz="800" dirty="0" err="1"/>
              <a:t>Autodesk</a:t>
            </a:r>
            <a:r>
              <a:rPr lang="ko-KR" altLang="en-US" sz="800" dirty="0"/>
              <a:t>\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\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\2023"; </a:t>
            </a:r>
            <a:r>
              <a:rPr lang="ko-KR" altLang="en-US" sz="800" dirty="0" err="1"/>
              <a:t>Flags</a:t>
            </a:r>
            <a:r>
              <a:rPr lang="ko-KR" altLang="en-US" sz="800" dirty="0"/>
              <a:t>: </a:t>
            </a:r>
            <a:r>
              <a:rPr lang="ko-KR" altLang="en-US" sz="800" dirty="0" err="1"/>
              <a:t>ignoreversion</a:t>
            </a:r>
            <a:r>
              <a:rPr lang="ko-KR" altLang="en-US" sz="800" dirty="0"/>
              <a:t>; </a:t>
            </a:r>
            <a:r>
              <a:rPr lang="ko-KR" altLang="en-US" sz="800" dirty="0" err="1"/>
              <a:t>Check</a:t>
            </a:r>
            <a:r>
              <a:rPr lang="ko-KR" altLang="en-US" sz="800" dirty="0"/>
              <a:t>: IsR23Installed</a:t>
            </a:r>
          </a:p>
          <a:p>
            <a:r>
              <a:rPr lang="ko-KR" altLang="en-US" sz="800" dirty="0" err="1"/>
              <a:t>Source</a:t>
            </a:r>
            <a:r>
              <a:rPr lang="ko-KR" altLang="en-US" sz="800" dirty="0"/>
              <a:t>: "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\R24\*"; </a:t>
            </a:r>
            <a:r>
              <a:rPr lang="ko-KR" altLang="en-US" sz="800" dirty="0" err="1"/>
              <a:t>DestDir</a:t>
            </a:r>
            <a:r>
              <a:rPr lang="ko-KR" altLang="en-US" sz="800" dirty="0"/>
              <a:t>: "{</a:t>
            </a:r>
            <a:r>
              <a:rPr lang="ko-KR" altLang="en-US" sz="800" dirty="0" err="1"/>
              <a:t>userappdata</a:t>
            </a:r>
            <a:r>
              <a:rPr lang="ko-KR" altLang="en-US" sz="800" dirty="0"/>
              <a:t>}\</a:t>
            </a:r>
            <a:r>
              <a:rPr lang="ko-KR" altLang="en-US" sz="800" dirty="0" err="1"/>
              <a:t>Autodesk</a:t>
            </a:r>
            <a:r>
              <a:rPr lang="ko-KR" altLang="en-US" sz="800" dirty="0"/>
              <a:t>\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\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\2024"; </a:t>
            </a:r>
            <a:r>
              <a:rPr lang="ko-KR" altLang="en-US" sz="800" dirty="0" err="1"/>
              <a:t>Flags</a:t>
            </a:r>
            <a:r>
              <a:rPr lang="ko-KR" altLang="en-US" sz="800" dirty="0"/>
              <a:t>: </a:t>
            </a:r>
            <a:r>
              <a:rPr lang="ko-KR" altLang="en-US" sz="800" dirty="0" err="1"/>
              <a:t>ignoreversion</a:t>
            </a:r>
            <a:r>
              <a:rPr lang="ko-KR" altLang="en-US" sz="800" dirty="0"/>
              <a:t>; </a:t>
            </a:r>
            <a:r>
              <a:rPr lang="ko-KR" altLang="en-US" sz="800" dirty="0" err="1"/>
              <a:t>Check</a:t>
            </a:r>
            <a:r>
              <a:rPr lang="ko-KR" altLang="en-US" sz="800" dirty="0"/>
              <a:t>: IsR24Installed</a:t>
            </a:r>
          </a:p>
          <a:p>
            <a:r>
              <a:rPr lang="ko-KR" altLang="en-US" sz="800" dirty="0" err="1"/>
              <a:t>Source</a:t>
            </a:r>
            <a:r>
              <a:rPr lang="ko-KR" altLang="en-US" sz="800" dirty="0"/>
              <a:t>: "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\R25\*"; </a:t>
            </a:r>
            <a:r>
              <a:rPr lang="ko-KR" altLang="en-US" sz="800" dirty="0" err="1"/>
              <a:t>DestDir</a:t>
            </a:r>
            <a:r>
              <a:rPr lang="ko-KR" altLang="en-US" sz="800" dirty="0"/>
              <a:t>: "{</a:t>
            </a:r>
            <a:r>
              <a:rPr lang="ko-KR" altLang="en-US" sz="800" dirty="0" err="1"/>
              <a:t>userappdata</a:t>
            </a:r>
            <a:r>
              <a:rPr lang="ko-KR" altLang="en-US" sz="800" dirty="0"/>
              <a:t>}\</a:t>
            </a:r>
            <a:r>
              <a:rPr lang="ko-KR" altLang="en-US" sz="800" dirty="0" err="1"/>
              <a:t>Autodesk</a:t>
            </a:r>
            <a:r>
              <a:rPr lang="ko-KR" altLang="en-US" sz="800" dirty="0"/>
              <a:t>\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\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\2025"; </a:t>
            </a:r>
            <a:r>
              <a:rPr lang="ko-KR" altLang="en-US" sz="800" dirty="0" err="1"/>
              <a:t>Flags</a:t>
            </a:r>
            <a:r>
              <a:rPr lang="ko-KR" altLang="en-US" sz="800" dirty="0"/>
              <a:t>: </a:t>
            </a:r>
            <a:r>
              <a:rPr lang="ko-KR" altLang="en-US" sz="800" dirty="0" err="1"/>
              <a:t>ignoreversion</a:t>
            </a:r>
            <a:r>
              <a:rPr lang="ko-KR" altLang="en-US" sz="800" dirty="0"/>
              <a:t>; </a:t>
            </a:r>
            <a:r>
              <a:rPr lang="ko-KR" altLang="en-US" sz="800" dirty="0" err="1"/>
              <a:t>Check</a:t>
            </a:r>
            <a:r>
              <a:rPr lang="ko-KR" altLang="en-US" sz="800" dirty="0"/>
              <a:t>: IsR25Installed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9205FF5-5B77-036A-ED34-D5B46976A217}"/>
              </a:ext>
            </a:extLst>
          </p:cNvPr>
          <p:cNvSpPr txBox="1"/>
          <p:nvPr/>
        </p:nvSpPr>
        <p:spPr>
          <a:xfrm>
            <a:off x="7276722" y="1792586"/>
            <a:ext cx="4574263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ko-KR" altLang="en-US" sz="800" dirty="0"/>
          </a:p>
          <a:p>
            <a:r>
              <a:rPr lang="ko-KR" altLang="en-US" sz="800" dirty="0"/>
              <a:t>[</a:t>
            </a:r>
            <a:r>
              <a:rPr lang="ko-KR" altLang="en-US" sz="800" dirty="0" err="1"/>
              <a:t>Code</a:t>
            </a:r>
            <a:r>
              <a:rPr lang="ko-KR" altLang="en-US" sz="800" dirty="0"/>
              <a:t>]</a:t>
            </a:r>
          </a:p>
          <a:p>
            <a:r>
              <a:rPr lang="ko-KR" altLang="en-US" sz="800" dirty="0"/>
              <a:t>// 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설치 여부를 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 폴더 존재 여부로 판단</a:t>
            </a:r>
          </a:p>
          <a:p>
            <a:r>
              <a:rPr lang="ko-KR" altLang="en-US" sz="800" dirty="0" err="1"/>
              <a:t>function</a:t>
            </a:r>
            <a:r>
              <a:rPr lang="ko-KR" altLang="en-US" sz="800" dirty="0"/>
              <a:t> </a:t>
            </a:r>
            <a:r>
              <a:rPr lang="ko-KR" altLang="en-US" sz="800" dirty="0" err="1"/>
              <a:t>IsAddinsFolderExists</a:t>
            </a:r>
            <a:r>
              <a:rPr lang="ko-KR" altLang="en-US" sz="800" dirty="0"/>
              <a:t>(</a:t>
            </a:r>
            <a:r>
              <a:rPr lang="ko-KR" altLang="en-US" sz="800" dirty="0" err="1"/>
              <a:t>version</a:t>
            </a:r>
            <a:r>
              <a:rPr lang="ko-KR" altLang="en-US" sz="800" dirty="0"/>
              <a:t>: </a:t>
            </a:r>
            <a:r>
              <a:rPr lang="ko-KR" altLang="en-US" sz="800" dirty="0" err="1"/>
              <a:t>string</a:t>
            </a:r>
            <a:r>
              <a:rPr lang="ko-KR" altLang="en-US" sz="800" dirty="0"/>
              <a:t>): </a:t>
            </a:r>
            <a:r>
              <a:rPr lang="ko-KR" altLang="en-US" sz="800" dirty="0" err="1"/>
              <a:t>Boolean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 err="1"/>
              <a:t>var</a:t>
            </a:r>
            <a:endParaRPr lang="ko-KR" altLang="en-US" sz="800" dirty="0"/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path</a:t>
            </a:r>
            <a:r>
              <a:rPr lang="ko-KR" altLang="en-US" sz="800" dirty="0"/>
              <a:t>: </a:t>
            </a:r>
            <a:r>
              <a:rPr lang="ko-KR" altLang="en-US" sz="800" dirty="0" err="1"/>
              <a:t>string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 err="1"/>
              <a:t>begin</a:t>
            </a:r>
            <a:endParaRPr lang="ko-KR" altLang="en-US" sz="800" dirty="0"/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path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ExpandConstant</a:t>
            </a:r>
            <a:r>
              <a:rPr lang="ko-KR" altLang="en-US" sz="800" dirty="0"/>
              <a:t>('{</a:t>
            </a:r>
            <a:r>
              <a:rPr lang="ko-KR" altLang="en-US" sz="800" dirty="0" err="1"/>
              <a:t>userappdata</a:t>
            </a:r>
            <a:r>
              <a:rPr lang="ko-KR" altLang="en-US" sz="800" dirty="0"/>
              <a:t>}') + '\</a:t>
            </a:r>
            <a:r>
              <a:rPr lang="ko-KR" altLang="en-US" sz="800" dirty="0" err="1"/>
              <a:t>Autodesk</a:t>
            </a:r>
            <a:r>
              <a:rPr lang="ko-KR" altLang="en-US" sz="800" dirty="0"/>
              <a:t>\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\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\' + </a:t>
            </a:r>
            <a:r>
              <a:rPr lang="ko-KR" altLang="en-US" sz="800" dirty="0" err="1"/>
              <a:t>version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Result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DirExists</a:t>
            </a:r>
            <a:r>
              <a:rPr lang="ko-KR" altLang="en-US" sz="800" dirty="0"/>
              <a:t>(</a:t>
            </a:r>
            <a:r>
              <a:rPr lang="ko-KR" altLang="en-US" sz="800" dirty="0" err="1"/>
              <a:t>path</a:t>
            </a:r>
            <a:r>
              <a:rPr lang="ko-KR" altLang="en-US" sz="800" dirty="0"/>
              <a:t>);</a:t>
            </a:r>
          </a:p>
          <a:p>
            <a:r>
              <a:rPr lang="ko-KR" altLang="en-US" sz="800" dirty="0" err="1"/>
              <a:t>end</a:t>
            </a:r>
            <a:r>
              <a:rPr lang="ko-KR" altLang="en-US" sz="800" dirty="0"/>
              <a:t>;</a:t>
            </a:r>
          </a:p>
          <a:p>
            <a:endParaRPr lang="ko-KR" altLang="en-US" sz="800" dirty="0"/>
          </a:p>
          <a:p>
            <a:r>
              <a:rPr lang="ko-KR" altLang="en-US" sz="800" dirty="0" err="1"/>
              <a:t>function</a:t>
            </a:r>
            <a:r>
              <a:rPr lang="ko-KR" altLang="en-US" sz="800" dirty="0"/>
              <a:t> IsR21Installed(): </a:t>
            </a:r>
            <a:r>
              <a:rPr lang="ko-KR" altLang="en-US" sz="800" dirty="0" err="1"/>
              <a:t>Boolean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 err="1"/>
              <a:t>begin</a:t>
            </a:r>
            <a:endParaRPr lang="ko-KR" altLang="en-US" sz="800" dirty="0"/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Result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IsTaskSelected</a:t>
            </a:r>
            <a:r>
              <a:rPr lang="ko-KR" altLang="en-US" sz="800" dirty="0"/>
              <a:t>('r21') and </a:t>
            </a:r>
            <a:r>
              <a:rPr lang="ko-KR" altLang="en-US" sz="800" dirty="0" err="1"/>
              <a:t>IsAddinsFolderExists</a:t>
            </a:r>
            <a:r>
              <a:rPr lang="ko-KR" altLang="en-US" sz="800" dirty="0"/>
              <a:t>('2021');</a:t>
            </a:r>
          </a:p>
          <a:p>
            <a:r>
              <a:rPr lang="ko-KR" altLang="en-US" sz="800" dirty="0" err="1"/>
              <a:t>end</a:t>
            </a:r>
            <a:r>
              <a:rPr lang="ko-KR" altLang="en-US" sz="800" dirty="0"/>
              <a:t>;</a:t>
            </a:r>
          </a:p>
          <a:p>
            <a:endParaRPr lang="ko-KR" altLang="en-US" sz="800" dirty="0"/>
          </a:p>
          <a:p>
            <a:r>
              <a:rPr lang="ko-KR" altLang="en-US" sz="800" dirty="0" err="1"/>
              <a:t>function</a:t>
            </a:r>
            <a:r>
              <a:rPr lang="ko-KR" altLang="en-US" sz="800" dirty="0"/>
              <a:t> IsR22Installed(): </a:t>
            </a:r>
            <a:r>
              <a:rPr lang="ko-KR" altLang="en-US" sz="800" dirty="0" err="1"/>
              <a:t>Boolean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 err="1"/>
              <a:t>begin</a:t>
            </a:r>
            <a:endParaRPr lang="ko-KR" altLang="en-US" sz="800" dirty="0"/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Result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IsTaskSelected</a:t>
            </a:r>
            <a:r>
              <a:rPr lang="ko-KR" altLang="en-US" sz="800" dirty="0"/>
              <a:t>('r22') and </a:t>
            </a:r>
            <a:r>
              <a:rPr lang="ko-KR" altLang="en-US" sz="800" dirty="0" err="1"/>
              <a:t>IsAddinsFolderExists</a:t>
            </a:r>
            <a:r>
              <a:rPr lang="ko-KR" altLang="en-US" sz="800" dirty="0"/>
              <a:t>('2022');</a:t>
            </a:r>
          </a:p>
          <a:p>
            <a:r>
              <a:rPr lang="ko-KR" altLang="en-US" sz="800" dirty="0" err="1"/>
              <a:t>end</a:t>
            </a:r>
            <a:r>
              <a:rPr lang="ko-KR" altLang="en-US" sz="800" dirty="0"/>
              <a:t>;</a:t>
            </a:r>
          </a:p>
          <a:p>
            <a:endParaRPr lang="ko-KR" altLang="en-US" sz="800" dirty="0"/>
          </a:p>
          <a:p>
            <a:r>
              <a:rPr lang="ko-KR" altLang="en-US" sz="800" dirty="0" err="1"/>
              <a:t>function</a:t>
            </a:r>
            <a:r>
              <a:rPr lang="ko-KR" altLang="en-US" sz="800" dirty="0"/>
              <a:t> IsR23Installed(): </a:t>
            </a:r>
            <a:r>
              <a:rPr lang="ko-KR" altLang="en-US" sz="800" dirty="0" err="1"/>
              <a:t>Boolean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 err="1"/>
              <a:t>begin</a:t>
            </a:r>
            <a:endParaRPr lang="ko-KR" altLang="en-US" sz="800" dirty="0"/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Result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IsTaskSelected</a:t>
            </a:r>
            <a:r>
              <a:rPr lang="ko-KR" altLang="en-US" sz="800" dirty="0"/>
              <a:t>('r23') and </a:t>
            </a:r>
            <a:r>
              <a:rPr lang="ko-KR" altLang="en-US" sz="800" dirty="0" err="1"/>
              <a:t>IsAddinsFolderExists</a:t>
            </a:r>
            <a:r>
              <a:rPr lang="ko-KR" altLang="en-US" sz="800" dirty="0"/>
              <a:t>('2023');</a:t>
            </a:r>
          </a:p>
          <a:p>
            <a:r>
              <a:rPr lang="ko-KR" altLang="en-US" sz="800" dirty="0" err="1"/>
              <a:t>end</a:t>
            </a:r>
            <a:r>
              <a:rPr lang="ko-KR" altLang="en-US" sz="800" dirty="0"/>
              <a:t>;</a:t>
            </a:r>
          </a:p>
          <a:p>
            <a:endParaRPr lang="ko-KR" altLang="en-US" sz="800" dirty="0"/>
          </a:p>
          <a:p>
            <a:r>
              <a:rPr lang="ko-KR" altLang="en-US" sz="800" dirty="0" err="1"/>
              <a:t>function</a:t>
            </a:r>
            <a:r>
              <a:rPr lang="ko-KR" altLang="en-US" sz="800" dirty="0"/>
              <a:t> IsR24Installed(): </a:t>
            </a:r>
            <a:r>
              <a:rPr lang="ko-KR" altLang="en-US" sz="800" dirty="0" err="1"/>
              <a:t>Boolean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 err="1"/>
              <a:t>begin</a:t>
            </a:r>
            <a:endParaRPr lang="ko-KR" altLang="en-US" sz="800" dirty="0"/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Result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IsTaskSelected</a:t>
            </a:r>
            <a:r>
              <a:rPr lang="ko-KR" altLang="en-US" sz="800" dirty="0"/>
              <a:t>('r24') and </a:t>
            </a:r>
            <a:r>
              <a:rPr lang="ko-KR" altLang="en-US" sz="800" dirty="0" err="1"/>
              <a:t>IsAddinsFolderExists</a:t>
            </a:r>
            <a:r>
              <a:rPr lang="ko-KR" altLang="en-US" sz="800" dirty="0"/>
              <a:t>('2024');</a:t>
            </a:r>
          </a:p>
          <a:p>
            <a:r>
              <a:rPr lang="ko-KR" altLang="en-US" sz="800" dirty="0" err="1"/>
              <a:t>end</a:t>
            </a:r>
            <a:r>
              <a:rPr lang="ko-KR" altLang="en-US" sz="800" dirty="0"/>
              <a:t>;</a:t>
            </a:r>
          </a:p>
          <a:p>
            <a:endParaRPr lang="ko-KR" altLang="en-US" sz="800" dirty="0"/>
          </a:p>
          <a:p>
            <a:r>
              <a:rPr lang="ko-KR" altLang="en-US" sz="800" dirty="0" err="1"/>
              <a:t>function</a:t>
            </a:r>
            <a:r>
              <a:rPr lang="ko-KR" altLang="en-US" sz="800" dirty="0"/>
              <a:t> IsR25Installed(): </a:t>
            </a:r>
            <a:r>
              <a:rPr lang="ko-KR" altLang="en-US" sz="800" dirty="0" err="1"/>
              <a:t>Boolean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 err="1"/>
              <a:t>begin</a:t>
            </a:r>
            <a:endParaRPr lang="ko-KR" altLang="en-US" sz="800" dirty="0"/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Result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IsTaskSelected</a:t>
            </a:r>
            <a:r>
              <a:rPr lang="ko-KR" altLang="en-US" sz="800" dirty="0"/>
              <a:t>('r25') and </a:t>
            </a:r>
            <a:r>
              <a:rPr lang="ko-KR" altLang="en-US" sz="800" dirty="0" err="1"/>
              <a:t>IsAddinsFolderExists</a:t>
            </a:r>
            <a:r>
              <a:rPr lang="ko-KR" altLang="en-US" sz="800" dirty="0"/>
              <a:t>('2025');</a:t>
            </a:r>
          </a:p>
          <a:p>
            <a:r>
              <a:rPr lang="ko-KR" altLang="en-US" sz="800" dirty="0" err="1"/>
              <a:t>end</a:t>
            </a:r>
            <a:r>
              <a:rPr lang="ko-KR" altLang="en-US" sz="800" dirty="0"/>
              <a:t>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4B33EB-61B4-6597-9573-842FD719B012}"/>
              </a:ext>
            </a:extLst>
          </p:cNvPr>
          <p:cNvSpPr txBox="1"/>
          <p:nvPr/>
        </p:nvSpPr>
        <p:spPr>
          <a:xfrm>
            <a:off x="841973" y="624689"/>
            <a:ext cx="8552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Ver.0.1</a:t>
            </a:r>
          </a:p>
        </p:txBody>
      </p:sp>
    </p:spTree>
    <p:extLst>
      <p:ext uri="{BB962C8B-B14F-4D97-AF65-F5344CB8AC3E}">
        <p14:creationId xmlns:p14="http://schemas.microsoft.com/office/powerpoint/2010/main" val="5757126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8E48D31-4077-6597-B375-7BF33F315C44}"/>
              </a:ext>
            </a:extLst>
          </p:cNvPr>
          <p:cNvSpPr txBox="1"/>
          <p:nvPr/>
        </p:nvSpPr>
        <p:spPr>
          <a:xfrm>
            <a:off x="191732" y="141620"/>
            <a:ext cx="8552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Ver.0.3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33AED3F-9AEF-D4B3-4C6E-2287A7321B2C}"/>
              </a:ext>
            </a:extLst>
          </p:cNvPr>
          <p:cNvSpPr txBox="1"/>
          <p:nvPr/>
        </p:nvSpPr>
        <p:spPr>
          <a:xfrm>
            <a:off x="194650" y="650369"/>
            <a:ext cx="6097508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00" dirty="0"/>
              <a:t>[</a:t>
            </a:r>
            <a:r>
              <a:rPr lang="ko-KR" altLang="en-US" sz="800" dirty="0" err="1"/>
              <a:t>Setup</a:t>
            </a:r>
            <a:r>
              <a:rPr lang="ko-KR" altLang="en-US" sz="800" dirty="0"/>
              <a:t>]</a:t>
            </a:r>
          </a:p>
          <a:p>
            <a:r>
              <a:rPr lang="ko-KR" altLang="en-US" sz="800" dirty="0" err="1"/>
              <a:t>AppName</a:t>
            </a:r>
            <a:r>
              <a:rPr lang="ko-KR" altLang="en-US" sz="800" dirty="0"/>
              <a:t>=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</a:t>
            </a:r>
            <a:r>
              <a:rPr lang="ko-KR" altLang="en-US" sz="800" dirty="0" err="1"/>
              <a:t>Add-in</a:t>
            </a:r>
            <a:r>
              <a:rPr lang="ko-KR" altLang="en-US" sz="800" dirty="0"/>
              <a:t> </a:t>
            </a:r>
            <a:r>
              <a:rPr lang="ko-KR" altLang="en-US" sz="800" dirty="0" err="1"/>
              <a:t>Installer</a:t>
            </a:r>
            <a:r>
              <a:rPr lang="ko-KR" altLang="en-US" sz="800" dirty="0"/>
              <a:t> </a:t>
            </a:r>
            <a:r>
              <a:rPr lang="ko-KR" altLang="en-US" sz="800" dirty="0" err="1"/>
              <a:t>Test</a:t>
            </a:r>
            <a:endParaRPr lang="ko-KR" altLang="en-US" sz="800" dirty="0"/>
          </a:p>
          <a:p>
            <a:r>
              <a:rPr lang="ko-KR" altLang="en-US" sz="800" dirty="0" err="1"/>
              <a:t>AppVersion</a:t>
            </a:r>
            <a:r>
              <a:rPr lang="ko-KR" altLang="en-US" sz="800" dirty="0"/>
              <a:t>=0.3</a:t>
            </a:r>
          </a:p>
          <a:p>
            <a:r>
              <a:rPr lang="ko-KR" altLang="en-US" sz="800" dirty="0" err="1"/>
              <a:t>DefaultDirName</a:t>
            </a:r>
            <a:r>
              <a:rPr lang="ko-KR" altLang="en-US" sz="800" dirty="0"/>
              <a:t>={</a:t>
            </a:r>
            <a:r>
              <a:rPr lang="ko-KR" altLang="en-US" sz="800" dirty="0" err="1"/>
              <a:t>userappdata</a:t>
            </a:r>
            <a:r>
              <a:rPr lang="ko-KR" altLang="en-US" sz="800" dirty="0"/>
              <a:t>}\</a:t>
            </a:r>
            <a:r>
              <a:rPr lang="ko-KR" altLang="en-US" sz="800" dirty="0" err="1"/>
              <a:t>RevitAddinInstallerTest</a:t>
            </a:r>
            <a:endParaRPr lang="ko-KR" altLang="en-US" sz="800" dirty="0"/>
          </a:p>
          <a:p>
            <a:r>
              <a:rPr lang="ko-KR" altLang="en-US" sz="800" dirty="0" err="1"/>
              <a:t>DisableDirPage</a:t>
            </a:r>
            <a:r>
              <a:rPr lang="ko-KR" altLang="en-US" sz="800" dirty="0"/>
              <a:t>=</a:t>
            </a:r>
            <a:r>
              <a:rPr lang="ko-KR" altLang="en-US" sz="800" dirty="0" err="1"/>
              <a:t>yes</a:t>
            </a:r>
            <a:endParaRPr lang="ko-KR" altLang="en-US" sz="800" dirty="0"/>
          </a:p>
          <a:p>
            <a:r>
              <a:rPr lang="ko-KR" altLang="en-US" sz="800" dirty="0" err="1"/>
              <a:t>OutputDir</a:t>
            </a:r>
            <a:r>
              <a:rPr lang="ko-KR" altLang="en-US" sz="800" dirty="0"/>
              <a:t>=.</a:t>
            </a:r>
          </a:p>
          <a:p>
            <a:r>
              <a:rPr lang="ko-KR" altLang="en-US" sz="800" dirty="0" err="1"/>
              <a:t>OutputBaseFilename</a:t>
            </a:r>
            <a:r>
              <a:rPr lang="ko-KR" altLang="en-US" sz="800" dirty="0"/>
              <a:t>=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</a:t>
            </a:r>
            <a:r>
              <a:rPr lang="ko-KR" altLang="en-US" sz="800" dirty="0" err="1"/>
              <a:t>Add-in</a:t>
            </a:r>
            <a:r>
              <a:rPr lang="ko-KR" altLang="en-US" sz="800" dirty="0"/>
              <a:t> </a:t>
            </a:r>
            <a:r>
              <a:rPr lang="ko-KR" altLang="en-US" sz="800" dirty="0" err="1"/>
              <a:t>Installer</a:t>
            </a:r>
            <a:r>
              <a:rPr lang="ko-KR" altLang="en-US" sz="800" dirty="0"/>
              <a:t> Test.v0.3</a:t>
            </a:r>
          </a:p>
          <a:p>
            <a:r>
              <a:rPr lang="ko-KR" altLang="en-US" sz="800" dirty="0" err="1"/>
              <a:t>Compression</a:t>
            </a:r>
            <a:r>
              <a:rPr lang="ko-KR" altLang="en-US" sz="800" dirty="0"/>
              <a:t>=</a:t>
            </a:r>
            <a:r>
              <a:rPr lang="ko-KR" altLang="en-US" sz="800" dirty="0" err="1"/>
              <a:t>lzma</a:t>
            </a:r>
            <a:endParaRPr lang="ko-KR" altLang="en-US" sz="800" dirty="0"/>
          </a:p>
          <a:p>
            <a:r>
              <a:rPr lang="ko-KR" altLang="en-US" sz="800" dirty="0" err="1"/>
              <a:t>SolidCompression</a:t>
            </a:r>
            <a:r>
              <a:rPr lang="ko-KR" altLang="en-US" sz="800" dirty="0"/>
              <a:t>=</a:t>
            </a:r>
            <a:r>
              <a:rPr lang="ko-KR" altLang="en-US" sz="800" dirty="0" err="1"/>
              <a:t>yes</a:t>
            </a:r>
            <a:endParaRPr lang="ko-KR" altLang="en-US" sz="800" dirty="0"/>
          </a:p>
          <a:p>
            <a:endParaRPr lang="ko-KR" altLang="en-US" sz="800" dirty="0"/>
          </a:p>
          <a:p>
            <a:r>
              <a:rPr lang="ko-KR" altLang="en-US" sz="800" dirty="0"/>
              <a:t>[</a:t>
            </a:r>
            <a:r>
              <a:rPr lang="ko-KR" altLang="en-US" sz="800" dirty="0" err="1"/>
              <a:t>Tasks</a:t>
            </a:r>
            <a:r>
              <a:rPr lang="ko-KR" altLang="en-US" sz="800" dirty="0"/>
              <a:t>]</a:t>
            </a:r>
          </a:p>
          <a:p>
            <a:r>
              <a:rPr lang="ko-KR" altLang="en-US" sz="800" dirty="0" err="1"/>
              <a:t>Name</a:t>
            </a:r>
            <a:r>
              <a:rPr lang="ko-KR" altLang="en-US" sz="800" dirty="0"/>
              <a:t>: r21; </a:t>
            </a:r>
            <a:r>
              <a:rPr lang="ko-KR" altLang="en-US" sz="800" dirty="0" err="1"/>
              <a:t>Description</a:t>
            </a:r>
            <a:r>
              <a:rPr lang="ko-KR" altLang="en-US" sz="800" dirty="0"/>
              <a:t>: "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2021 </a:t>
            </a:r>
            <a:r>
              <a:rPr lang="ko-KR" altLang="en-US" sz="800" dirty="0" err="1"/>
              <a:t>Add-in</a:t>
            </a:r>
            <a:r>
              <a:rPr lang="ko-KR" altLang="en-US" sz="800" dirty="0"/>
              <a:t> 설치"; </a:t>
            </a:r>
            <a:r>
              <a:rPr lang="ko-KR" altLang="en-US" sz="800" dirty="0" err="1"/>
              <a:t>GroupDescription</a:t>
            </a:r>
            <a:r>
              <a:rPr lang="ko-KR" altLang="en-US" sz="800" dirty="0"/>
              <a:t>: "설치할 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버전을 선택하세요:"</a:t>
            </a:r>
          </a:p>
          <a:p>
            <a:r>
              <a:rPr lang="ko-KR" altLang="en-US" sz="800" dirty="0" err="1"/>
              <a:t>Name</a:t>
            </a:r>
            <a:r>
              <a:rPr lang="ko-KR" altLang="en-US" sz="800" dirty="0"/>
              <a:t>: r22; </a:t>
            </a:r>
            <a:r>
              <a:rPr lang="ko-KR" altLang="en-US" sz="800" dirty="0" err="1"/>
              <a:t>Description</a:t>
            </a:r>
            <a:r>
              <a:rPr lang="ko-KR" altLang="en-US" sz="800" dirty="0"/>
              <a:t>: "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2022 </a:t>
            </a:r>
            <a:r>
              <a:rPr lang="ko-KR" altLang="en-US" sz="800" dirty="0" err="1"/>
              <a:t>Add-in</a:t>
            </a:r>
            <a:r>
              <a:rPr lang="ko-KR" altLang="en-US" sz="800" dirty="0"/>
              <a:t> 설치"; </a:t>
            </a:r>
            <a:r>
              <a:rPr lang="ko-KR" altLang="en-US" sz="800" dirty="0" err="1"/>
              <a:t>GroupDescription</a:t>
            </a:r>
            <a:r>
              <a:rPr lang="ko-KR" altLang="en-US" sz="800" dirty="0"/>
              <a:t>: "설치할 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버전을 선택하세요:"</a:t>
            </a:r>
          </a:p>
          <a:p>
            <a:r>
              <a:rPr lang="ko-KR" altLang="en-US" sz="800" dirty="0" err="1"/>
              <a:t>Name</a:t>
            </a:r>
            <a:r>
              <a:rPr lang="ko-KR" altLang="en-US" sz="800" dirty="0"/>
              <a:t>: r23; </a:t>
            </a:r>
            <a:r>
              <a:rPr lang="ko-KR" altLang="en-US" sz="800" dirty="0" err="1"/>
              <a:t>Description</a:t>
            </a:r>
            <a:r>
              <a:rPr lang="ko-KR" altLang="en-US" sz="800" dirty="0"/>
              <a:t>: "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2023 </a:t>
            </a:r>
            <a:r>
              <a:rPr lang="ko-KR" altLang="en-US" sz="800" dirty="0" err="1"/>
              <a:t>Add-in</a:t>
            </a:r>
            <a:r>
              <a:rPr lang="ko-KR" altLang="en-US" sz="800" dirty="0"/>
              <a:t> 설치"; </a:t>
            </a:r>
            <a:r>
              <a:rPr lang="ko-KR" altLang="en-US" sz="800" dirty="0" err="1"/>
              <a:t>GroupDescription</a:t>
            </a:r>
            <a:r>
              <a:rPr lang="ko-KR" altLang="en-US" sz="800" dirty="0"/>
              <a:t>: "설치할 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버전을 선택하세요:"</a:t>
            </a:r>
          </a:p>
          <a:p>
            <a:r>
              <a:rPr lang="ko-KR" altLang="en-US" sz="800" dirty="0" err="1"/>
              <a:t>Name</a:t>
            </a:r>
            <a:r>
              <a:rPr lang="ko-KR" altLang="en-US" sz="800" dirty="0"/>
              <a:t>: r24; </a:t>
            </a:r>
            <a:r>
              <a:rPr lang="ko-KR" altLang="en-US" sz="800" dirty="0" err="1"/>
              <a:t>Description</a:t>
            </a:r>
            <a:r>
              <a:rPr lang="ko-KR" altLang="en-US" sz="800" dirty="0"/>
              <a:t>: "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2024 </a:t>
            </a:r>
            <a:r>
              <a:rPr lang="ko-KR" altLang="en-US" sz="800" dirty="0" err="1"/>
              <a:t>Add-in</a:t>
            </a:r>
            <a:r>
              <a:rPr lang="ko-KR" altLang="en-US" sz="800" dirty="0"/>
              <a:t> 설치"; </a:t>
            </a:r>
            <a:r>
              <a:rPr lang="ko-KR" altLang="en-US" sz="800" dirty="0" err="1"/>
              <a:t>GroupDescription</a:t>
            </a:r>
            <a:r>
              <a:rPr lang="ko-KR" altLang="en-US" sz="800" dirty="0"/>
              <a:t>: "설치할 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버전을 선택하세요:"</a:t>
            </a:r>
          </a:p>
          <a:p>
            <a:r>
              <a:rPr lang="ko-KR" altLang="en-US" sz="800" dirty="0" err="1"/>
              <a:t>Name</a:t>
            </a:r>
            <a:r>
              <a:rPr lang="ko-KR" altLang="en-US" sz="800" dirty="0"/>
              <a:t>: r25; </a:t>
            </a:r>
            <a:r>
              <a:rPr lang="ko-KR" altLang="en-US" sz="800" dirty="0" err="1"/>
              <a:t>Description</a:t>
            </a:r>
            <a:r>
              <a:rPr lang="ko-KR" altLang="en-US" sz="800" dirty="0"/>
              <a:t>: "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2025 </a:t>
            </a:r>
            <a:r>
              <a:rPr lang="ko-KR" altLang="en-US" sz="800" dirty="0" err="1"/>
              <a:t>Add-in</a:t>
            </a:r>
            <a:r>
              <a:rPr lang="ko-KR" altLang="en-US" sz="800" dirty="0"/>
              <a:t> 설치"; </a:t>
            </a:r>
            <a:r>
              <a:rPr lang="ko-KR" altLang="en-US" sz="800" dirty="0" err="1"/>
              <a:t>GroupDescription</a:t>
            </a:r>
            <a:r>
              <a:rPr lang="ko-KR" altLang="en-US" sz="800" dirty="0"/>
              <a:t>: "설치할 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버전을 선택하세요:"</a:t>
            </a:r>
          </a:p>
          <a:p>
            <a:endParaRPr lang="ko-KR" altLang="en-US" sz="800" dirty="0"/>
          </a:p>
          <a:p>
            <a:r>
              <a:rPr lang="ko-KR" altLang="en-US" sz="800" dirty="0"/>
              <a:t>[</a:t>
            </a:r>
            <a:r>
              <a:rPr lang="ko-KR" altLang="en-US" sz="800" dirty="0" err="1"/>
              <a:t>Files</a:t>
            </a:r>
            <a:r>
              <a:rPr lang="ko-KR" altLang="en-US" sz="800" dirty="0"/>
              <a:t>]</a:t>
            </a:r>
          </a:p>
          <a:p>
            <a:r>
              <a:rPr lang="ko-KR" altLang="en-US" sz="800" dirty="0" err="1"/>
              <a:t>Source</a:t>
            </a:r>
            <a:r>
              <a:rPr lang="ko-KR" altLang="en-US" sz="800" dirty="0"/>
              <a:t>: "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\R21\*"; </a:t>
            </a:r>
            <a:r>
              <a:rPr lang="ko-KR" altLang="en-US" sz="800" dirty="0" err="1"/>
              <a:t>DestDir</a:t>
            </a:r>
            <a:r>
              <a:rPr lang="ko-KR" altLang="en-US" sz="800" dirty="0"/>
              <a:t>: "{</a:t>
            </a:r>
            <a:r>
              <a:rPr lang="ko-KR" altLang="en-US" sz="800" dirty="0" err="1"/>
              <a:t>userappdata</a:t>
            </a:r>
            <a:r>
              <a:rPr lang="ko-KR" altLang="en-US" sz="800" dirty="0"/>
              <a:t>}\</a:t>
            </a:r>
            <a:r>
              <a:rPr lang="ko-KR" altLang="en-US" sz="800" dirty="0" err="1"/>
              <a:t>Autodesk</a:t>
            </a:r>
            <a:r>
              <a:rPr lang="ko-KR" altLang="en-US" sz="800" dirty="0"/>
              <a:t>\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\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\2021"; </a:t>
            </a:r>
            <a:r>
              <a:rPr lang="ko-KR" altLang="en-US" sz="800" dirty="0" err="1"/>
              <a:t>Flags</a:t>
            </a:r>
            <a:r>
              <a:rPr lang="ko-KR" altLang="en-US" sz="800" dirty="0"/>
              <a:t>: </a:t>
            </a:r>
            <a:r>
              <a:rPr lang="ko-KR" altLang="en-US" sz="800" dirty="0" err="1"/>
              <a:t>ignoreversion</a:t>
            </a:r>
            <a:r>
              <a:rPr lang="ko-KR" altLang="en-US" sz="800" dirty="0"/>
              <a:t>; </a:t>
            </a:r>
            <a:r>
              <a:rPr lang="ko-KR" altLang="en-US" sz="800" dirty="0" err="1"/>
              <a:t>Check</a:t>
            </a:r>
            <a:r>
              <a:rPr lang="ko-KR" altLang="en-US" sz="800" dirty="0"/>
              <a:t>: IsR21Installed</a:t>
            </a:r>
          </a:p>
          <a:p>
            <a:r>
              <a:rPr lang="ko-KR" altLang="en-US" sz="800" dirty="0" err="1"/>
              <a:t>Source</a:t>
            </a:r>
            <a:r>
              <a:rPr lang="ko-KR" altLang="en-US" sz="800" dirty="0"/>
              <a:t>: "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\R22\*"; </a:t>
            </a:r>
            <a:r>
              <a:rPr lang="ko-KR" altLang="en-US" sz="800" dirty="0" err="1"/>
              <a:t>DestDir</a:t>
            </a:r>
            <a:r>
              <a:rPr lang="ko-KR" altLang="en-US" sz="800" dirty="0"/>
              <a:t>: "{</a:t>
            </a:r>
            <a:r>
              <a:rPr lang="ko-KR" altLang="en-US" sz="800" dirty="0" err="1"/>
              <a:t>userappdata</a:t>
            </a:r>
            <a:r>
              <a:rPr lang="ko-KR" altLang="en-US" sz="800" dirty="0"/>
              <a:t>}\</a:t>
            </a:r>
            <a:r>
              <a:rPr lang="ko-KR" altLang="en-US" sz="800" dirty="0" err="1"/>
              <a:t>Autodesk</a:t>
            </a:r>
            <a:r>
              <a:rPr lang="ko-KR" altLang="en-US" sz="800" dirty="0"/>
              <a:t>\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\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\2022"; </a:t>
            </a:r>
            <a:r>
              <a:rPr lang="ko-KR" altLang="en-US" sz="800" dirty="0" err="1"/>
              <a:t>Flags</a:t>
            </a:r>
            <a:r>
              <a:rPr lang="ko-KR" altLang="en-US" sz="800" dirty="0"/>
              <a:t>: </a:t>
            </a:r>
            <a:r>
              <a:rPr lang="ko-KR" altLang="en-US" sz="800" dirty="0" err="1"/>
              <a:t>ignoreversion</a:t>
            </a:r>
            <a:r>
              <a:rPr lang="ko-KR" altLang="en-US" sz="800" dirty="0"/>
              <a:t>; </a:t>
            </a:r>
            <a:r>
              <a:rPr lang="ko-KR" altLang="en-US" sz="800" dirty="0" err="1"/>
              <a:t>Check</a:t>
            </a:r>
            <a:r>
              <a:rPr lang="ko-KR" altLang="en-US" sz="800" dirty="0"/>
              <a:t>: IsR22Installed</a:t>
            </a:r>
          </a:p>
          <a:p>
            <a:r>
              <a:rPr lang="ko-KR" altLang="en-US" sz="800" dirty="0" err="1"/>
              <a:t>Source</a:t>
            </a:r>
            <a:r>
              <a:rPr lang="ko-KR" altLang="en-US" sz="800" dirty="0"/>
              <a:t>: "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\R23\*"; </a:t>
            </a:r>
            <a:r>
              <a:rPr lang="ko-KR" altLang="en-US" sz="800" dirty="0" err="1"/>
              <a:t>DestDir</a:t>
            </a:r>
            <a:r>
              <a:rPr lang="ko-KR" altLang="en-US" sz="800" dirty="0"/>
              <a:t>: "{</a:t>
            </a:r>
            <a:r>
              <a:rPr lang="ko-KR" altLang="en-US" sz="800" dirty="0" err="1"/>
              <a:t>userappdata</a:t>
            </a:r>
            <a:r>
              <a:rPr lang="ko-KR" altLang="en-US" sz="800" dirty="0"/>
              <a:t>}\</a:t>
            </a:r>
            <a:r>
              <a:rPr lang="ko-KR" altLang="en-US" sz="800" dirty="0" err="1"/>
              <a:t>Autodesk</a:t>
            </a:r>
            <a:r>
              <a:rPr lang="ko-KR" altLang="en-US" sz="800" dirty="0"/>
              <a:t>\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\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\2023"; </a:t>
            </a:r>
            <a:r>
              <a:rPr lang="ko-KR" altLang="en-US" sz="800" dirty="0" err="1"/>
              <a:t>Flags</a:t>
            </a:r>
            <a:r>
              <a:rPr lang="ko-KR" altLang="en-US" sz="800" dirty="0"/>
              <a:t>: </a:t>
            </a:r>
            <a:r>
              <a:rPr lang="ko-KR" altLang="en-US" sz="800" dirty="0" err="1"/>
              <a:t>ignoreversion</a:t>
            </a:r>
            <a:r>
              <a:rPr lang="ko-KR" altLang="en-US" sz="800" dirty="0"/>
              <a:t>; </a:t>
            </a:r>
            <a:r>
              <a:rPr lang="ko-KR" altLang="en-US" sz="800" dirty="0" err="1"/>
              <a:t>Check</a:t>
            </a:r>
            <a:r>
              <a:rPr lang="ko-KR" altLang="en-US" sz="800" dirty="0"/>
              <a:t>: IsR23Installed</a:t>
            </a:r>
          </a:p>
          <a:p>
            <a:r>
              <a:rPr lang="ko-KR" altLang="en-US" sz="800" dirty="0" err="1"/>
              <a:t>Source</a:t>
            </a:r>
            <a:r>
              <a:rPr lang="ko-KR" altLang="en-US" sz="800" dirty="0"/>
              <a:t>: "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\R24\*"; </a:t>
            </a:r>
            <a:r>
              <a:rPr lang="ko-KR" altLang="en-US" sz="800" dirty="0" err="1"/>
              <a:t>DestDir</a:t>
            </a:r>
            <a:r>
              <a:rPr lang="ko-KR" altLang="en-US" sz="800" dirty="0"/>
              <a:t>: "{</a:t>
            </a:r>
            <a:r>
              <a:rPr lang="ko-KR" altLang="en-US" sz="800" dirty="0" err="1"/>
              <a:t>userappdata</a:t>
            </a:r>
            <a:r>
              <a:rPr lang="ko-KR" altLang="en-US" sz="800" dirty="0"/>
              <a:t>}\</a:t>
            </a:r>
            <a:r>
              <a:rPr lang="ko-KR" altLang="en-US" sz="800" dirty="0" err="1"/>
              <a:t>Autodesk</a:t>
            </a:r>
            <a:r>
              <a:rPr lang="ko-KR" altLang="en-US" sz="800" dirty="0"/>
              <a:t>\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\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\2024"; </a:t>
            </a:r>
            <a:r>
              <a:rPr lang="ko-KR" altLang="en-US" sz="800" dirty="0" err="1"/>
              <a:t>Flags</a:t>
            </a:r>
            <a:r>
              <a:rPr lang="ko-KR" altLang="en-US" sz="800" dirty="0"/>
              <a:t>: </a:t>
            </a:r>
            <a:r>
              <a:rPr lang="ko-KR" altLang="en-US" sz="800" dirty="0" err="1"/>
              <a:t>ignoreversion</a:t>
            </a:r>
            <a:r>
              <a:rPr lang="ko-KR" altLang="en-US" sz="800" dirty="0"/>
              <a:t>; </a:t>
            </a:r>
            <a:r>
              <a:rPr lang="ko-KR" altLang="en-US" sz="800" dirty="0" err="1"/>
              <a:t>Check</a:t>
            </a:r>
            <a:r>
              <a:rPr lang="ko-KR" altLang="en-US" sz="800" dirty="0"/>
              <a:t>: IsR24Installed</a:t>
            </a:r>
          </a:p>
          <a:p>
            <a:r>
              <a:rPr lang="ko-KR" altLang="en-US" sz="800" dirty="0" err="1"/>
              <a:t>Source</a:t>
            </a:r>
            <a:r>
              <a:rPr lang="ko-KR" altLang="en-US" sz="800" dirty="0"/>
              <a:t>: "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\R25\*"; </a:t>
            </a:r>
            <a:r>
              <a:rPr lang="ko-KR" altLang="en-US" sz="800" dirty="0" err="1"/>
              <a:t>DestDir</a:t>
            </a:r>
            <a:r>
              <a:rPr lang="ko-KR" altLang="en-US" sz="800" dirty="0"/>
              <a:t>: "{</a:t>
            </a:r>
            <a:r>
              <a:rPr lang="ko-KR" altLang="en-US" sz="800" dirty="0" err="1"/>
              <a:t>userappdata</a:t>
            </a:r>
            <a:r>
              <a:rPr lang="ko-KR" altLang="en-US" sz="800" dirty="0"/>
              <a:t>}\</a:t>
            </a:r>
            <a:r>
              <a:rPr lang="ko-KR" altLang="en-US" sz="800" dirty="0" err="1"/>
              <a:t>Autodesk</a:t>
            </a:r>
            <a:r>
              <a:rPr lang="ko-KR" altLang="en-US" sz="800" dirty="0"/>
              <a:t>\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\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\2025"; </a:t>
            </a:r>
            <a:r>
              <a:rPr lang="ko-KR" altLang="en-US" sz="800" dirty="0" err="1"/>
              <a:t>Flags</a:t>
            </a:r>
            <a:r>
              <a:rPr lang="ko-KR" altLang="en-US" sz="800" dirty="0"/>
              <a:t>: </a:t>
            </a:r>
            <a:r>
              <a:rPr lang="ko-KR" altLang="en-US" sz="800" dirty="0" err="1"/>
              <a:t>ignoreversion</a:t>
            </a:r>
            <a:r>
              <a:rPr lang="ko-KR" altLang="en-US" sz="800" dirty="0"/>
              <a:t>; </a:t>
            </a:r>
            <a:r>
              <a:rPr lang="ko-KR" altLang="en-US" sz="800" dirty="0" err="1"/>
              <a:t>Check</a:t>
            </a:r>
            <a:r>
              <a:rPr lang="ko-KR" altLang="en-US" sz="800" dirty="0"/>
              <a:t>: IsR25Installed</a:t>
            </a:r>
          </a:p>
          <a:p>
            <a:endParaRPr lang="ko-KR" altLang="en-US" sz="800" dirty="0"/>
          </a:p>
          <a:p>
            <a:r>
              <a:rPr lang="ko-KR" altLang="en-US" sz="800" dirty="0"/>
              <a:t>[</a:t>
            </a:r>
            <a:r>
              <a:rPr lang="ko-KR" altLang="en-US" sz="800" dirty="0" err="1"/>
              <a:t>Code</a:t>
            </a:r>
            <a:r>
              <a:rPr lang="ko-KR" altLang="en-US" sz="800" dirty="0"/>
              <a:t>]</a:t>
            </a:r>
          </a:p>
          <a:p>
            <a:r>
              <a:rPr lang="ko-KR" altLang="en-US" sz="800" dirty="0"/>
              <a:t>// ✅ 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 폴더 존재 여부로 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설치 여부 판단</a:t>
            </a:r>
          </a:p>
          <a:p>
            <a:r>
              <a:rPr lang="ko-KR" altLang="en-US" sz="800" dirty="0" err="1"/>
              <a:t>function</a:t>
            </a:r>
            <a:r>
              <a:rPr lang="ko-KR" altLang="en-US" sz="800" dirty="0"/>
              <a:t> </a:t>
            </a:r>
            <a:r>
              <a:rPr lang="ko-KR" altLang="en-US" sz="800" dirty="0" err="1"/>
              <a:t>IsAddinsFolderExists</a:t>
            </a:r>
            <a:r>
              <a:rPr lang="ko-KR" altLang="en-US" sz="800" dirty="0"/>
              <a:t>(</a:t>
            </a:r>
            <a:r>
              <a:rPr lang="ko-KR" altLang="en-US" sz="800" dirty="0" err="1"/>
              <a:t>version</a:t>
            </a:r>
            <a:r>
              <a:rPr lang="ko-KR" altLang="en-US" sz="800" dirty="0"/>
              <a:t>: </a:t>
            </a:r>
            <a:r>
              <a:rPr lang="ko-KR" altLang="en-US" sz="800" dirty="0" err="1"/>
              <a:t>string</a:t>
            </a:r>
            <a:r>
              <a:rPr lang="ko-KR" altLang="en-US" sz="800" dirty="0"/>
              <a:t>): </a:t>
            </a:r>
            <a:r>
              <a:rPr lang="ko-KR" altLang="en-US" sz="800" dirty="0" err="1"/>
              <a:t>Boolean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 err="1"/>
              <a:t>var</a:t>
            </a:r>
            <a:endParaRPr lang="ko-KR" altLang="en-US" sz="800" dirty="0"/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path</a:t>
            </a:r>
            <a:r>
              <a:rPr lang="ko-KR" altLang="en-US" sz="800" dirty="0"/>
              <a:t>: </a:t>
            </a:r>
            <a:r>
              <a:rPr lang="ko-KR" altLang="en-US" sz="800" dirty="0" err="1"/>
              <a:t>string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 err="1"/>
              <a:t>begin</a:t>
            </a:r>
            <a:endParaRPr lang="ko-KR" altLang="en-US" sz="800" dirty="0"/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path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ExpandConstant</a:t>
            </a:r>
            <a:r>
              <a:rPr lang="ko-KR" altLang="en-US" sz="800" dirty="0"/>
              <a:t>('{</a:t>
            </a:r>
            <a:r>
              <a:rPr lang="ko-KR" altLang="en-US" sz="800" dirty="0" err="1"/>
              <a:t>userappdata</a:t>
            </a:r>
            <a:r>
              <a:rPr lang="ko-KR" altLang="en-US" sz="800" dirty="0"/>
              <a:t>}') + '\</a:t>
            </a:r>
            <a:r>
              <a:rPr lang="ko-KR" altLang="en-US" sz="800" dirty="0" err="1"/>
              <a:t>Autodesk</a:t>
            </a:r>
            <a:r>
              <a:rPr lang="ko-KR" altLang="en-US" sz="800" dirty="0"/>
              <a:t>\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\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\' + </a:t>
            </a:r>
            <a:r>
              <a:rPr lang="ko-KR" altLang="en-US" sz="800" dirty="0" err="1"/>
              <a:t>version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Result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DirExists</a:t>
            </a:r>
            <a:r>
              <a:rPr lang="ko-KR" altLang="en-US" sz="800" dirty="0"/>
              <a:t>(</a:t>
            </a:r>
            <a:r>
              <a:rPr lang="ko-KR" altLang="en-US" sz="800" dirty="0" err="1"/>
              <a:t>path</a:t>
            </a:r>
            <a:r>
              <a:rPr lang="ko-KR" altLang="en-US" sz="800" dirty="0"/>
              <a:t>);</a:t>
            </a:r>
          </a:p>
          <a:p>
            <a:r>
              <a:rPr lang="ko-KR" altLang="en-US" sz="800" dirty="0" err="1"/>
              <a:t>end</a:t>
            </a:r>
            <a:r>
              <a:rPr lang="ko-KR" altLang="en-US" sz="800" dirty="0"/>
              <a:t>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3CA69F9-7C49-DF28-4757-018164080CFE}"/>
              </a:ext>
            </a:extLst>
          </p:cNvPr>
          <p:cNvSpPr txBox="1"/>
          <p:nvPr/>
        </p:nvSpPr>
        <p:spPr>
          <a:xfrm>
            <a:off x="6509441" y="510952"/>
            <a:ext cx="5051834" cy="3293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00" dirty="0"/>
              <a:t>// ✅ 파일 설치 조건</a:t>
            </a:r>
          </a:p>
          <a:p>
            <a:r>
              <a:rPr lang="ko-KR" altLang="en-US" sz="800" dirty="0" err="1"/>
              <a:t>function</a:t>
            </a:r>
            <a:r>
              <a:rPr lang="ko-KR" altLang="en-US" sz="800" dirty="0"/>
              <a:t> IsR21Installed(): </a:t>
            </a:r>
            <a:r>
              <a:rPr lang="ko-KR" altLang="en-US" sz="800" dirty="0" err="1"/>
              <a:t>Boolean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 err="1"/>
              <a:t>begin</a:t>
            </a:r>
            <a:endParaRPr lang="ko-KR" altLang="en-US" sz="800" dirty="0"/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Result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IsTaskSelected</a:t>
            </a:r>
            <a:r>
              <a:rPr lang="ko-KR" altLang="en-US" sz="800" dirty="0"/>
              <a:t>('r21') and </a:t>
            </a:r>
            <a:r>
              <a:rPr lang="ko-KR" altLang="en-US" sz="800" dirty="0" err="1"/>
              <a:t>IsAddinsFolderExists</a:t>
            </a:r>
            <a:r>
              <a:rPr lang="ko-KR" altLang="en-US" sz="800" dirty="0"/>
              <a:t>('2021');</a:t>
            </a:r>
          </a:p>
          <a:p>
            <a:r>
              <a:rPr lang="ko-KR" altLang="en-US" sz="800" dirty="0" err="1"/>
              <a:t>end</a:t>
            </a:r>
            <a:r>
              <a:rPr lang="ko-KR" altLang="en-US" sz="800" dirty="0"/>
              <a:t>;</a:t>
            </a:r>
          </a:p>
          <a:p>
            <a:endParaRPr lang="ko-KR" altLang="en-US" sz="800" dirty="0"/>
          </a:p>
          <a:p>
            <a:r>
              <a:rPr lang="ko-KR" altLang="en-US" sz="800" dirty="0" err="1"/>
              <a:t>function</a:t>
            </a:r>
            <a:r>
              <a:rPr lang="ko-KR" altLang="en-US" sz="800" dirty="0"/>
              <a:t> IsR22Installed(): </a:t>
            </a:r>
            <a:r>
              <a:rPr lang="ko-KR" altLang="en-US" sz="800" dirty="0" err="1"/>
              <a:t>Boolean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 err="1"/>
              <a:t>begin</a:t>
            </a:r>
            <a:endParaRPr lang="ko-KR" altLang="en-US" sz="800" dirty="0"/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Result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IsTaskSelected</a:t>
            </a:r>
            <a:r>
              <a:rPr lang="ko-KR" altLang="en-US" sz="800" dirty="0"/>
              <a:t>('r22') and </a:t>
            </a:r>
            <a:r>
              <a:rPr lang="ko-KR" altLang="en-US" sz="800" dirty="0" err="1"/>
              <a:t>IsAddinsFolderExists</a:t>
            </a:r>
            <a:r>
              <a:rPr lang="ko-KR" altLang="en-US" sz="800" dirty="0"/>
              <a:t>('2022');</a:t>
            </a:r>
          </a:p>
          <a:p>
            <a:r>
              <a:rPr lang="ko-KR" altLang="en-US" sz="800" dirty="0" err="1"/>
              <a:t>end</a:t>
            </a:r>
            <a:r>
              <a:rPr lang="ko-KR" altLang="en-US" sz="800" dirty="0"/>
              <a:t>;</a:t>
            </a:r>
          </a:p>
          <a:p>
            <a:endParaRPr lang="ko-KR" altLang="en-US" sz="800" dirty="0"/>
          </a:p>
          <a:p>
            <a:r>
              <a:rPr lang="ko-KR" altLang="en-US" sz="800" dirty="0" err="1"/>
              <a:t>function</a:t>
            </a:r>
            <a:r>
              <a:rPr lang="ko-KR" altLang="en-US" sz="800" dirty="0"/>
              <a:t> IsR23Installed(): </a:t>
            </a:r>
            <a:r>
              <a:rPr lang="ko-KR" altLang="en-US" sz="800" dirty="0" err="1"/>
              <a:t>Boolean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 err="1"/>
              <a:t>begin</a:t>
            </a:r>
            <a:endParaRPr lang="ko-KR" altLang="en-US" sz="800" dirty="0"/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Result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IsTaskSelected</a:t>
            </a:r>
            <a:r>
              <a:rPr lang="ko-KR" altLang="en-US" sz="800" dirty="0"/>
              <a:t>('r23') and </a:t>
            </a:r>
            <a:r>
              <a:rPr lang="ko-KR" altLang="en-US" sz="800" dirty="0" err="1"/>
              <a:t>IsAddinsFolderExists</a:t>
            </a:r>
            <a:r>
              <a:rPr lang="ko-KR" altLang="en-US" sz="800" dirty="0"/>
              <a:t>('2023');</a:t>
            </a:r>
          </a:p>
          <a:p>
            <a:r>
              <a:rPr lang="ko-KR" altLang="en-US" sz="800" dirty="0" err="1"/>
              <a:t>end</a:t>
            </a:r>
            <a:r>
              <a:rPr lang="ko-KR" altLang="en-US" sz="800" dirty="0"/>
              <a:t>;</a:t>
            </a:r>
          </a:p>
          <a:p>
            <a:endParaRPr lang="ko-KR" altLang="en-US" sz="800" dirty="0"/>
          </a:p>
          <a:p>
            <a:r>
              <a:rPr lang="ko-KR" altLang="en-US" sz="800" dirty="0" err="1"/>
              <a:t>function</a:t>
            </a:r>
            <a:r>
              <a:rPr lang="ko-KR" altLang="en-US" sz="800" dirty="0"/>
              <a:t> IsR24Installed(): </a:t>
            </a:r>
            <a:r>
              <a:rPr lang="ko-KR" altLang="en-US" sz="800" dirty="0" err="1"/>
              <a:t>Boolean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 err="1"/>
              <a:t>begin</a:t>
            </a:r>
            <a:endParaRPr lang="ko-KR" altLang="en-US" sz="800" dirty="0"/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Result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IsTaskSelected</a:t>
            </a:r>
            <a:r>
              <a:rPr lang="ko-KR" altLang="en-US" sz="800" dirty="0"/>
              <a:t>('r24') and </a:t>
            </a:r>
            <a:r>
              <a:rPr lang="ko-KR" altLang="en-US" sz="800" dirty="0" err="1"/>
              <a:t>IsAddinsFolderExists</a:t>
            </a:r>
            <a:r>
              <a:rPr lang="ko-KR" altLang="en-US" sz="800" dirty="0"/>
              <a:t>('2024');</a:t>
            </a:r>
          </a:p>
          <a:p>
            <a:r>
              <a:rPr lang="ko-KR" altLang="en-US" sz="800" dirty="0" err="1"/>
              <a:t>end</a:t>
            </a:r>
            <a:r>
              <a:rPr lang="ko-KR" altLang="en-US" sz="800" dirty="0"/>
              <a:t>;</a:t>
            </a:r>
          </a:p>
          <a:p>
            <a:endParaRPr lang="ko-KR" altLang="en-US" sz="800" dirty="0"/>
          </a:p>
          <a:p>
            <a:r>
              <a:rPr lang="ko-KR" altLang="en-US" sz="800" dirty="0" err="1"/>
              <a:t>function</a:t>
            </a:r>
            <a:r>
              <a:rPr lang="ko-KR" altLang="en-US" sz="800" dirty="0"/>
              <a:t> IsR25Installed(): </a:t>
            </a:r>
            <a:r>
              <a:rPr lang="ko-KR" altLang="en-US" sz="800" dirty="0" err="1"/>
              <a:t>Boolean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 err="1"/>
              <a:t>begin</a:t>
            </a:r>
            <a:endParaRPr lang="ko-KR" altLang="en-US" sz="800" dirty="0"/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Result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IsTaskSelected</a:t>
            </a:r>
            <a:r>
              <a:rPr lang="ko-KR" altLang="en-US" sz="800" dirty="0"/>
              <a:t>('r25') and </a:t>
            </a:r>
            <a:r>
              <a:rPr lang="ko-KR" altLang="en-US" sz="800" dirty="0" err="1"/>
              <a:t>IsAddinsFolderExists</a:t>
            </a:r>
            <a:r>
              <a:rPr lang="ko-KR" altLang="en-US" sz="800" dirty="0"/>
              <a:t>('2025');</a:t>
            </a:r>
          </a:p>
          <a:p>
            <a:r>
              <a:rPr lang="ko-KR" altLang="en-US" sz="800" dirty="0" err="1"/>
              <a:t>end</a:t>
            </a:r>
            <a:r>
              <a:rPr lang="ko-KR" altLang="en-US" sz="800" dirty="0"/>
              <a:t>;</a:t>
            </a:r>
          </a:p>
          <a:p>
            <a:endParaRPr lang="ko-KR" altLang="en-US" sz="800" dirty="0"/>
          </a:p>
        </p:txBody>
      </p:sp>
    </p:spTree>
    <p:extLst>
      <p:ext uri="{BB962C8B-B14F-4D97-AF65-F5344CB8AC3E}">
        <p14:creationId xmlns:p14="http://schemas.microsoft.com/office/powerpoint/2010/main" val="35562484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6C942AB-FAFB-693B-B112-5A7136AE080B}"/>
              </a:ext>
            </a:extLst>
          </p:cNvPr>
          <p:cNvSpPr txBox="1"/>
          <p:nvPr/>
        </p:nvSpPr>
        <p:spPr>
          <a:xfrm>
            <a:off x="278394" y="558222"/>
            <a:ext cx="6097508" cy="36625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00" dirty="0"/>
              <a:t>// ✅ </a:t>
            </a:r>
            <a:r>
              <a:rPr lang="ko-KR" altLang="en-US" sz="800" dirty="0" err="1"/>
              <a:t>Task</a:t>
            </a:r>
            <a:r>
              <a:rPr lang="ko-KR" altLang="en-US" sz="800" dirty="0"/>
              <a:t> 페이지 이후 넘어갈 때 설치 대상 존재 여부 확인</a:t>
            </a:r>
          </a:p>
          <a:p>
            <a:r>
              <a:rPr lang="ko-KR" altLang="en-US" sz="800" dirty="0" err="1"/>
              <a:t>function</a:t>
            </a:r>
            <a:r>
              <a:rPr lang="ko-KR" altLang="en-US" sz="800" dirty="0"/>
              <a:t> </a:t>
            </a:r>
            <a:r>
              <a:rPr lang="ko-KR" altLang="en-US" sz="800" dirty="0" err="1"/>
              <a:t>NextButtonClick</a:t>
            </a:r>
            <a:r>
              <a:rPr lang="ko-KR" altLang="en-US" sz="800" dirty="0"/>
              <a:t>(</a:t>
            </a:r>
            <a:r>
              <a:rPr lang="ko-KR" altLang="en-US" sz="800" dirty="0" err="1"/>
              <a:t>CurPageID</a:t>
            </a:r>
            <a:r>
              <a:rPr lang="ko-KR" altLang="en-US" sz="800" dirty="0"/>
              <a:t>: </a:t>
            </a:r>
            <a:r>
              <a:rPr lang="ko-KR" altLang="en-US" sz="800" dirty="0" err="1"/>
              <a:t>Integer</a:t>
            </a:r>
            <a:r>
              <a:rPr lang="ko-KR" altLang="en-US" sz="800" dirty="0"/>
              <a:t>): </a:t>
            </a:r>
            <a:r>
              <a:rPr lang="ko-KR" altLang="en-US" sz="800" dirty="0" err="1"/>
              <a:t>Boolean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 err="1"/>
              <a:t>var</a:t>
            </a:r>
            <a:endParaRPr lang="ko-KR" altLang="en-US" sz="800" dirty="0"/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missing</a:t>
            </a:r>
            <a:r>
              <a:rPr lang="ko-KR" altLang="en-US" sz="800" dirty="0"/>
              <a:t>: </a:t>
            </a:r>
            <a:r>
              <a:rPr lang="ko-KR" altLang="en-US" sz="800" dirty="0" err="1"/>
              <a:t>string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 err="1"/>
              <a:t>begin</a:t>
            </a:r>
            <a:endParaRPr lang="ko-KR" altLang="en-US" sz="800" dirty="0"/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Result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True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/>
              <a:t>  </a:t>
            </a:r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if</a:t>
            </a:r>
            <a:r>
              <a:rPr lang="ko-KR" altLang="en-US" sz="800" dirty="0"/>
              <a:t> </a:t>
            </a:r>
            <a:r>
              <a:rPr lang="ko-KR" altLang="en-US" sz="800" dirty="0" err="1"/>
              <a:t>CurPageID</a:t>
            </a:r>
            <a:r>
              <a:rPr lang="ko-KR" altLang="en-US" sz="800" dirty="0"/>
              <a:t> = </a:t>
            </a:r>
            <a:r>
              <a:rPr lang="ko-KR" altLang="en-US" sz="800" dirty="0" err="1"/>
              <a:t>wpSelectTasks</a:t>
            </a:r>
            <a:r>
              <a:rPr lang="ko-KR" altLang="en-US" sz="800" dirty="0"/>
              <a:t> </a:t>
            </a:r>
            <a:r>
              <a:rPr lang="ko-KR" altLang="en-US" sz="800" dirty="0" err="1"/>
              <a:t>then</a:t>
            </a:r>
            <a:endParaRPr lang="ko-KR" altLang="en-US" sz="800" dirty="0"/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begin</a:t>
            </a:r>
            <a:endParaRPr lang="ko-KR" altLang="en-US" sz="800" dirty="0"/>
          </a:p>
          <a:p>
            <a:r>
              <a:rPr lang="ko-KR" altLang="en-US" sz="800" dirty="0"/>
              <a:t>    </a:t>
            </a:r>
            <a:r>
              <a:rPr lang="ko-KR" altLang="en-US" sz="800" dirty="0" err="1"/>
              <a:t>missing</a:t>
            </a:r>
            <a:r>
              <a:rPr lang="ko-KR" altLang="en-US" sz="800" dirty="0"/>
              <a:t> := '';</a:t>
            </a:r>
          </a:p>
          <a:p>
            <a:r>
              <a:rPr lang="ko-KR" altLang="en-US" sz="800" dirty="0"/>
              <a:t>  </a:t>
            </a:r>
          </a:p>
          <a:p>
            <a:r>
              <a:rPr lang="ko-KR" altLang="en-US" sz="800" dirty="0"/>
              <a:t>    </a:t>
            </a:r>
            <a:r>
              <a:rPr lang="ko-KR" altLang="en-US" sz="800" dirty="0" err="1"/>
              <a:t>if</a:t>
            </a:r>
            <a:r>
              <a:rPr lang="ko-KR" altLang="en-US" sz="800" dirty="0"/>
              <a:t> </a:t>
            </a:r>
            <a:r>
              <a:rPr lang="ko-KR" altLang="en-US" sz="800" dirty="0" err="1"/>
              <a:t>IsTaskSelected</a:t>
            </a:r>
            <a:r>
              <a:rPr lang="ko-KR" altLang="en-US" sz="800" dirty="0"/>
              <a:t>('r21') and </a:t>
            </a:r>
            <a:r>
              <a:rPr lang="ko-KR" altLang="en-US" sz="800" dirty="0" err="1"/>
              <a:t>not</a:t>
            </a:r>
            <a:r>
              <a:rPr lang="ko-KR" altLang="en-US" sz="800" dirty="0"/>
              <a:t> </a:t>
            </a:r>
            <a:r>
              <a:rPr lang="ko-KR" altLang="en-US" sz="800" dirty="0" err="1"/>
              <a:t>IsAddinsFolderExists</a:t>
            </a:r>
            <a:r>
              <a:rPr lang="ko-KR" altLang="en-US" sz="800" dirty="0"/>
              <a:t>('2021') </a:t>
            </a:r>
            <a:r>
              <a:rPr lang="ko-KR" altLang="en-US" sz="800" dirty="0" err="1"/>
              <a:t>then</a:t>
            </a:r>
            <a:endParaRPr lang="ko-KR" altLang="en-US" sz="800" dirty="0"/>
          </a:p>
          <a:p>
            <a:r>
              <a:rPr lang="ko-KR" altLang="en-US" sz="800" dirty="0"/>
              <a:t>      </a:t>
            </a:r>
            <a:r>
              <a:rPr lang="ko-KR" altLang="en-US" sz="800" dirty="0" err="1"/>
              <a:t>missing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missing</a:t>
            </a:r>
            <a:r>
              <a:rPr lang="ko-KR" altLang="en-US" sz="800" dirty="0"/>
              <a:t> + '- 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2021' + #13#10;</a:t>
            </a:r>
          </a:p>
          <a:p>
            <a:r>
              <a:rPr lang="ko-KR" altLang="en-US" sz="800" dirty="0"/>
              <a:t>    </a:t>
            </a:r>
            <a:r>
              <a:rPr lang="ko-KR" altLang="en-US" sz="800" dirty="0" err="1"/>
              <a:t>if</a:t>
            </a:r>
            <a:r>
              <a:rPr lang="ko-KR" altLang="en-US" sz="800" dirty="0"/>
              <a:t> </a:t>
            </a:r>
            <a:r>
              <a:rPr lang="ko-KR" altLang="en-US" sz="800" dirty="0" err="1"/>
              <a:t>IsTaskSelected</a:t>
            </a:r>
            <a:r>
              <a:rPr lang="ko-KR" altLang="en-US" sz="800" dirty="0"/>
              <a:t>('r22') and </a:t>
            </a:r>
            <a:r>
              <a:rPr lang="ko-KR" altLang="en-US" sz="800" dirty="0" err="1"/>
              <a:t>not</a:t>
            </a:r>
            <a:r>
              <a:rPr lang="ko-KR" altLang="en-US" sz="800" dirty="0"/>
              <a:t> </a:t>
            </a:r>
            <a:r>
              <a:rPr lang="ko-KR" altLang="en-US" sz="800" dirty="0" err="1"/>
              <a:t>IsAddinsFolderExists</a:t>
            </a:r>
            <a:r>
              <a:rPr lang="ko-KR" altLang="en-US" sz="800" dirty="0"/>
              <a:t>('2022') </a:t>
            </a:r>
            <a:r>
              <a:rPr lang="ko-KR" altLang="en-US" sz="800" dirty="0" err="1"/>
              <a:t>then</a:t>
            </a:r>
            <a:endParaRPr lang="ko-KR" altLang="en-US" sz="800" dirty="0"/>
          </a:p>
          <a:p>
            <a:r>
              <a:rPr lang="ko-KR" altLang="en-US" sz="800" dirty="0"/>
              <a:t>      </a:t>
            </a:r>
            <a:r>
              <a:rPr lang="ko-KR" altLang="en-US" sz="800" dirty="0" err="1"/>
              <a:t>missing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missing</a:t>
            </a:r>
            <a:r>
              <a:rPr lang="ko-KR" altLang="en-US" sz="800" dirty="0"/>
              <a:t> + '- 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2022' + #13#10;</a:t>
            </a:r>
          </a:p>
          <a:p>
            <a:r>
              <a:rPr lang="ko-KR" altLang="en-US" sz="800" dirty="0"/>
              <a:t>    </a:t>
            </a:r>
            <a:r>
              <a:rPr lang="ko-KR" altLang="en-US" sz="800" dirty="0" err="1"/>
              <a:t>if</a:t>
            </a:r>
            <a:r>
              <a:rPr lang="ko-KR" altLang="en-US" sz="800" dirty="0"/>
              <a:t> </a:t>
            </a:r>
            <a:r>
              <a:rPr lang="ko-KR" altLang="en-US" sz="800" dirty="0" err="1"/>
              <a:t>IsTaskSelected</a:t>
            </a:r>
            <a:r>
              <a:rPr lang="ko-KR" altLang="en-US" sz="800" dirty="0"/>
              <a:t>('r23') and </a:t>
            </a:r>
            <a:r>
              <a:rPr lang="ko-KR" altLang="en-US" sz="800" dirty="0" err="1"/>
              <a:t>not</a:t>
            </a:r>
            <a:r>
              <a:rPr lang="ko-KR" altLang="en-US" sz="800" dirty="0"/>
              <a:t> </a:t>
            </a:r>
            <a:r>
              <a:rPr lang="ko-KR" altLang="en-US" sz="800" dirty="0" err="1"/>
              <a:t>IsAddinsFolderExists</a:t>
            </a:r>
            <a:r>
              <a:rPr lang="ko-KR" altLang="en-US" sz="800" dirty="0"/>
              <a:t>('2023') </a:t>
            </a:r>
            <a:r>
              <a:rPr lang="ko-KR" altLang="en-US" sz="800" dirty="0" err="1"/>
              <a:t>then</a:t>
            </a:r>
            <a:endParaRPr lang="ko-KR" altLang="en-US" sz="800" dirty="0"/>
          </a:p>
          <a:p>
            <a:r>
              <a:rPr lang="ko-KR" altLang="en-US" sz="800" dirty="0"/>
              <a:t>      </a:t>
            </a:r>
            <a:r>
              <a:rPr lang="ko-KR" altLang="en-US" sz="800" dirty="0" err="1"/>
              <a:t>missing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missing</a:t>
            </a:r>
            <a:r>
              <a:rPr lang="ko-KR" altLang="en-US" sz="800" dirty="0"/>
              <a:t> + '- 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2023' + #13#10;</a:t>
            </a:r>
          </a:p>
          <a:p>
            <a:r>
              <a:rPr lang="ko-KR" altLang="en-US" sz="800" dirty="0"/>
              <a:t>    </a:t>
            </a:r>
            <a:r>
              <a:rPr lang="ko-KR" altLang="en-US" sz="800" dirty="0" err="1"/>
              <a:t>if</a:t>
            </a:r>
            <a:r>
              <a:rPr lang="ko-KR" altLang="en-US" sz="800" dirty="0"/>
              <a:t> </a:t>
            </a:r>
            <a:r>
              <a:rPr lang="ko-KR" altLang="en-US" sz="800" dirty="0" err="1"/>
              <a:t>IsTaskSelected</a:t>
            </a:r>
            <a:r>
              <a:rPr lang="ko-KR" altLang="en-US" sz="800" dirty="0"/>
              <a:t>('r24') and </a:t>
            </a:r>
            <a:r>
              <a:rPr lang="ko-KR" altLang="en-US" sz="800" dirty="0" err="1"/>
              <a:t>not</a:t>
            </a:r>
            <a:r>
              <a:rPr lang="ko-KR" altLang="en-US" sz="800" dirty="0"/>
              <a:t> </a:t>
            </a:r>
            <a:r>
              <a:rPr lang="ko-KR" altLang="en-US" sz="800" dirty="0" err="1"/>
              <a:t>IsAddinsFolderExists</a:t>
            </a:r>
            <a:r>
              <a:rPr lang="ko-KR" altLang="en-US" sz="800" dirty="0"/>
              <a:t>('2024') </a:t>
            </a:r>
            <a:r>
              <a:rPr lang="ko-KR" altLang="en-US" sz="800" dirty="0" err="1"/>
              <a:t>then</a:t>
            </a:r>
            <a:endParaRPr lang="ko-KR" altLang="en-US" sz="800" dirty="0"/>
          </a:p>
          <a:p>
            <a:r>
              <a:rPr lang="ko-KR" altLang="en-US" sz="800" dirty="0"/>
              <a:t>      </a:t>
            </a:r>
            <a:r>
              <a:rPr lang="ko-KR" altLang="en-US" sz="800" dirty="0" err="1"/>
              <a:t>missing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missing</a:t>
            </a:r>
            <a:r>
              <a:rPr lang="ko-KR" altLang="en-US" sz="800" dirty="0"/>
              <a:t> + '- 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2024' + #13#10;</a:t>
            </a:r>
          </a:p>
          <a:p>
            <a:r>
              <a:rPr lang="ko-KR" altLang="en-US" sz="800" dirty="0"/>
              <a:t>    </a:t>
            </a:r>
            <a:r>
              <a:rPr lang="ko-KR" altLang="en-US" sz="800" dirty="0" err="1"/>
              <a:t>if</a:t>
            </a:r>
            <a:r>
              <a:rPr lang="ko-KR" altLang="en-US" sz="800" dirty="0"/>
              <a:t> </a:t>
            </a:r>
            <a:r>
              <a:rPr lang="ko-KR" altLang="en-US" sz="800" dirty="0" err="1"/>
              <a:t>IsTaskSelected</a:t>
            </a:r>
            <a:r>
              <a:rPr lang="ko-KR" altLang="en-US" sz="800" dirty="0"/>
              <a:t>('r25') and </a:t>
            </a:r>
            <a:r>
              <a:rPr lang="ko-KR" altLang="en-US" sz="800" dirty="0" err="1"/>
              <a:t>not</a:t>
            </a:r>
            <a:r>
              <a:rPr lang="ko-KR" altLang="en-US" sz="800" dirty="0"/>
              <a:t> </a:t>
            </a:r>
            <a:r>
              <a:rPr lang="ko-KR" altLang="en-US" sz="800" dirty="0" err="1"/>
              <a:t>IsAddinsFolderExists</a:t>
            </a:r>
            <a:r>
              <a:rPr lang="ko-KR" altLang="en-US" sz="800" dirty="0"/>
              <a:t>('2025') </a:t>
            </a:r>
            <a:r>
              <a:rPr lang="ko-KR" altLang="en-US" sz="800" dirty="0" err="1"/>
              <a:t>then</a:t>
            </a:r>
            <a:endParaRPr lang="ko-KR" altLang="en-US" sz="800" dirty="0"/>
          </a:p>
          <a:p>
            <a:r>
              <a:rPr lang="ko-KR" altLang="en-US" sz="800" dirty="0"/>
              <a:t>      </a:t>
            </a:r>
            <a:r>
              <a:rPr lang="ko-KR" altLang="en-US" sz="800" dirty="0" err="1"/>
              <a:t>missing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missing</a:t>
            </a:r>
            <a:r>
              <a:rPr lang="ko-KR" altLang="en-US" sz="800" dirty="0"/>
              <a:t> + '- 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2025' + #13#10;</a:t>
            </a:r>
          </a:p>
          <a:p>
            <a:r>
              <a:rPr lang="ko-KR" altLang="en-US" sz="800" dirty="0"/>
              <a:t>    </a:t>
            </a:r>
          </a:p>
          <a:p>
            <a:r>
              <a:rPr lang="ko-KR" altLang="en-US" sz="800" dirty="0"/>
              <a:t>    </a:t>
            </a:r>
            <a:r>
              <a:rPr lang="ko-KR" altLang="en-US" sz="800" dirty="0" err="1"/>
              <a:t>if</a:t>
            </a:r>
            <a:r>
              <a:rPr lang="ko-KR" altLang="en-US" sz="800" dirty="0"/>
              <a:t> </a:t>
            </a:r>
            <a:r>
              <a:rPr lang="ko-KR" altLang="en-US" sz="800" dirty="0" err="1"/>
              <a:t>missing</a:t>
            </a:r>
            <a:r>
              <a:rPr lang="ko-KR" altLang="en-US" sz="800" dirty="0"/>
              <a:t> &lt;&gt; '' </a:t>
            </a:r>
            <a:r>
              <a:rPr lang="ko-KR" altLang="en-US" sz="800" dirty="0" err="1"/>
              <a:t>then</a:t>
            </a:r>
            <a:endParaRPr lang="ko-KR" altLang="en-US" sz="800" dirty="0"/>
          </a:p>
          <a:p>
            <a:r>
              <a:rPr lang="ko-KR" altLang="en-US" sz="800" dirty="0"/>
              <a:t>    </a:t>
            </a:r>
            <a:r>
              <a:rPr lang="ko-KR" altLang="en-US" sz="800" dirty="0" err="1"/>
              <a:t>begin</a:t>
            </a:r>
            <a:endParaRPr lang="ko-KR" altLang="en-US" sz="800" dirty="0"/>
          </a:p>
          <a:p>
            <a:r>
              <a:rPr lang="ko-KR" altLang="en-US" sz="800" dirty="0"/>
              <a:t>      </a:t>
            </a:r>
            <a:r>
              <a:rPr lang="ko-KR" altLang="en-US" sz="800" dirty="0" err="1"/>
              <a:t>MsgBox</a:t>
            </a:r>
            <a:r>
              <a:rPr lang="ko-KR" altLang="en-US" sz="800" dirty="0"/>
              <a:t>('다음 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버전이 설치되어 있지 않아 설치를 중단합니다:' + #13#10 + #13#10 + </a:t>
            </a:r>
            <a:r>
              <a:rPr lang="ko-KR" altLang="en-US" sz="800" dirty="0" err="1"/>
              <a:t>missing</a:t>
            </a:r>
            <a:r>
              <a:rPr lang="ko-KR" altLang="en-US" sz="800" dirty="0"/>
              <a:t>, </a:t>
            </a:r>
            <a:r>
              <a:rPr lang="ko-KR" altLang="en-US" sz="800" dirty="0" err="1"/>
              <a:t>mbError</a:t>
            </a:r>
            <a:r>
              <a:rPr lang="ko-KR" altLang="en-US" sz="800" dirty="0"/>
              <a:t>, MB_OK);</a:t>
            </a:r>
          </a:p>
          <a:p>
            <a:r>
              <a:rPr lang="ko-KR" altLang="en-US" sz="800" dirty="0"/>
              <a:t>      </a:t>
            </a:r>
            <a:r>
              <a:rPr lang="ko-KR" altLang="en-US" sz="800" dirty="0" err="1"/>
              <a:t>Result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False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/>
              <a:t>    </a:t>
            </a:r>
            <a:r>
              <a:rPr lang="ko-KR" altLang="en-US" sz="800" dirty="0" err="1"/>
              <a:t>end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end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 err="1"/>
              <a:t>end</a:t>
            </a:r>
            <a:r>
              <a:rPr lang="ko-KR" altLang="en-US" sz="800" dirty="0"/>
              <a:t>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4B26FED-8393-1B36-3B73-5F6AB0EFE4B2}"/>
              </a:ext>
            </a:extLst>
          </p:cNvPr>
          <p:cNvSpPr txBox="1"/>
          <p:nvPr/>
        </p:nvSpPr>
        <p:spPr>
          <a:xfrm>
            <a:off x="6559236" y="558221"/>
            <a:ext cx="5454712" cy="36625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ko-KR" altLang="en-US" sz="800" dirty="0"/>
          </a:p>
          <a:p>
            <a:r>
              <a:rPr lang="ko-KR" altLang="en-US" sz="800" dirty="0"/>
              <a:t>// ✅ 설치 완료 후 로그 저장</a:t>
            </a:r>
          </a:p>
          <a:p>
            <a:r>
              <a:rPr lang="ko-KR" altLang="en-US" sz="800" dirty="0" err="1"/>
              <a:t>procedure</a:t>
            </a:r>
            <a:r>
              <a:rPr lang="ko-KR" altLang="en-US" sz="800" dirty="0"/>
              <a:t> </a:t>
            </a:r>
            <a:r>
              <a:rPr lang="ko-KR" altLang="en-US" sz="800" dirty="0" err="1"/>
              <a:t>CurStepChanged</a:t>
            </a:r>
            <a:r>
              <a:rPr lang="ko-KR" altLang="en-US" sz="800" dirty="0"/>
              <a:t>(</a:t>
            </a:r>
            <a:r>
              <a:rPr lang="ko-KR" altLang="en-US" sz="800" dirty="0" err="1"/>
              <a:t>CurStep</a:t>
            </a:r>
            <a:r>
              <a:rPr lang="ko-KR" altLang="en-US" sz="800" dirty="0"/>
              <a:t>: </a:t>
            </a:r>
            <a:r>
              <a:rPr lang="ko-KR" altLang="en-US" sz="800" dirty="0" err="1"/>
              <a:t>TSetupStep</a:t>
            </a:r>
            <a:r>
              <a:rPr lang="ko-KR" altLang="en-US" sz="800" dirty="0"/>
              <a:t>);</a:t>
            </a:r>
          </a:p>
          <a:p>
            <a:r>
              <a:rPr lang="ko-KR" altLang="en-US" sz="800" dirty="0" err="1"/>
              <a:t>var</a:t>
            </a:r>
            <a:endParaRPr lang="ko-KR" altLang="en-US" sz="800" dirty="0"/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AppVer</a:t>
            </a:r>
            <a:r>
              <a:rPr lang="ko-KR" altLang="en-US" sz="800" dirty="0"/>
              <a:t>, </a:t>
            </a:r>
            <a:r>
              <a:rPr lang="ko-KR" altLang="en-US" sz="800" dirty="0" err="1"/>
              <a:t>AppName</a:t>
            </a:r>
            <a:r>
              <a:rPr lang="ko-KR" altLang="en-US" sz="800" dirty="0"/>
              <a:t>, </a:t>
            </a:r>
            <a:r>
              <a:rPr lang="ko-KR" altLang="en-US" sz="800" dirty="0" err="1"/>
              <a:t>LogPath</a:t>
            </a:r>
            <a:r>
              <a:rPr lang="ko-KR" altLang="en-US" sz="800" dirty="0"/>
              <a:t>, </a:t>
            </a:r>
            <a:r>
              <a:rPr lang="ko-KR" altLang="en-US" sz="800" dirty="0" err="1"/>
              <a:t>TimeStamp</a:t>
            </a:r>
            <a:r>
              <a:rPr lang="ko-KR" altLang="en-US" sz="800" dirty="0"/>
              <a:t>, </a:t>
            </a:r>
            <a:r>
              <a:rPr lang="ko-KR" altLang="en-US" sz="800" dirty="0" err="1"/>
              <a:t>LogText</a:t>
            </a:r>
            <a:r>
              <a:rPr lang="ko-KR" altLang="en-US" sz="800" dirty="0"/>
              <a:t>: </a:t>
            </a:r>
            <a:r>
              <a:rPr lang="ko-KR" altLang="en-US" sz="800" dirty="0" err="1"/>
              <a:t>string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 err="1"/>
              <a:t>begin</a:t>
            </a:r>
            <a:endParaRPr lang="ko-KR" altLang="en-US" sz="800" dirty="0"/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if</a:t>
            </a:r>
            <a:r>
              <a:rPr lang="ko-KR" altLang="en-US" sz="800" dirty="0"/>
              <a:t> </a:t>
            </a:r>
            <a:r>
              <a:rPr lang="ko-KR" altLang="en-US" sz="800" dirty="0" err="1"/>
              <a:t>CurStep</a:t>
            </a:r>
            <a:r>
              <a:rPr lang="ko-KR" altLang="en-US" sz="800" dirty="0"/>
              <a:t> = </a:t>
            </a:r>
            <a:r>
              <a:rPr lang="ko-KR" altLang="en-US" sz="800" dirty="0" err="1"/>
              <a:t>ssPostInstall</a:t>
            </a:r>
            <a:r>
              <a:rPr lang="ko-KR" altLang="en-US" sz="800" dirty="0"/>
              <a:t> </a:t>
            </a:r>
            <a:r>
              <a:rPr lang="ko-KR" altLang="en-US" sz="800" dirty="0" err="1"/>
              <a:t>then</a:t>
            </a:r>
            <a:endParaRPr lang="ko-KR" altLang="en-US" sz="800" dirty="0"/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begin</a:t>
            </a:r>
            <a:endParaRPr lang="ko-KR" altLang="en-US" sz="800" dirty="0"/>
          </a:p>
          <a:p>
            <a:r>
              <a:rPr lang="ko-KR" altLang="en-US" sz="800" dirty="0"/>
              <a:t>    </a:t>
            </a:r>
            <a:r>
              <a:rPr lang="ko-KR" altLang="en-US" sz="800" dirty="0" err="1"/>
              <a:t>AppVer</a:t>
            </a:r>
            <a:r>
              <a:rPr lang="ko-KR" altLang="en-US" sz="800" dirty="0"/>
              <a:t> := '0.3';</a:t>
            </a:r>
          </a:p>
          <a:p>
            <a:r>
              <a:rPr lang="ko-KR" altLang="en-US" sz="800" dirty="0"/>
              <a:t>    </a:t>
            </a:r>
            <a:r>
              <a:rPr lang="ko-KR" altLang="en-US" sz="800" dirty="0" err="1"/>
              <a:t>AppName</a:t>
            </a:r>
            <a:r>
              <a:rPr lang="ko-KR" altLang="en-US" sz="800" dirty="0"/>
              <a:t> := '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</a:t>
            </a:r>
            <a:r>
              <a:rPr lang="ko-KR" altLang="en-US" sz="800" dirty="0" err="1"/>
              <a:t>Add-in</a:t>
            </a:r>
            <a:r>
              <a:rPr lang="ko-KR" altLang="en-US" sz="800" dirty="0"/>
              <a:t> </a:t>
            </a:r>
            <a:r>
              <a:rPr lang="ko-KR" altLang="en-US" sz="800" dirty="0" err="1"/>
              <a:t>Installer</a:t>
            </a:r>
            <a:r>
              <a:rPr lang="ko-KR" altLang="en-US" sz="800" dirty="0"/>
              <a:t> </a:t>
            </a:r>
            <a:r>
              <a:rPr lang="ko-KR" altLang="en-US" sz="800" dirty="0" err="1"/>
              <a:t>Test</a:t>
            </a:r>
            <a:r>
              <a:rPr lang="ko-KR" altLang="en-US" sz="800" dirty="0"/>
              <a:t>';</a:t>
            </a:r>
          </a:p>
          <a:p>
            <a:r>
              <a:rPr lang="ko-KR" altLang="en-US" sz="800" dirty="0"/>
              <a:t>    </a:t>
            </a:r>
            <a:r>
              <a:rPr lang="ko-KR" altLang="en-US" sz="800" dirty="0" err="1"/>
              <a:t>LogPath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ExpandConstant</a:t>
            </a:r>
            <a:r>
              <a:rPr lang="ko-KR" altLang="en-US" sz="800" dirty="0"/>
              <a:t>('{</a:t>
            </a:r>
            <a:r>
              <a:rPr lang="ko-KR" altLang="en-US" sz="800" dirty="0" err="1"/>
              <a:t>userappdata</a:t>
            </a:r>
            <a:r>
              <a:rPr lang="ko-KR" altLang="en-US" sz="800" dirty="0"/>
              <a:t>}') + '\</a:t>
            </a:r>
            <a:r>
              <a:rPr lang="ko-KR" altLang="en-US" sz="800" dirty="0" err="1"/>
              <a:t>Autodesk</a:t>
            </a:r>
            <a:r>
              <a:rPr lang="ko-KR" altLang="en-US" sz="800" dirty="0"/>
              <a:t>\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\</a:t>
            </a:r>
            <a:r>
              <a:rPr lang="ko-KR" altLang="en-US" sz="800" dirty="0" err="1"/>
              <a:t>Addins</a:t>
            </a:r>
            <a:r>
              <a:rPr lang="ko-KR" altLang="en-US" sz="800" dirty="0"/>
              <a:t>\' + </a:t>
            </a:r>
            <a:r>
              <a:rPr lang="ko-KR" altLang="en-US" sz="800" dirty="0" err="1"/>
              <a:t>AppName</a:t>
            </a:r>
            <a:r>
              <a:rPr lang="ko-KR" altLang="en-US" sz="800" dirty="0"/>
              <a:t> + '</a:t>
            </a:r>
            <a:r>
              <a:rPr lang="ko-KR" altLang="en-US" sz="800" dirty="0" err="1"/>
              <a:t>install_log.txt</a:t>
            </a:r>
            <a:r>
              <a:rPr lang="ko-KR" altLang="en-US" sz="800" dirty="0"/>
              <a:t>';</a:t>
            </a:r>
          </a:p>
          <a:p>
            <a:r>
              <a:rPr lang="ko-KR" altLang="en-US" sz="800" dirty="0"/>
              <a:t>    </a:t>
            </a:r>
            <a:r>
              <a:rPr lang="ko-KR" altLang="en-US" sz="800" dirty="0" err="1"/>
              <a:t>TimeStamp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GetDateTimeString</a:t>
            </a:r>
            <a:r>
              <a:rPr lang="ko-KR" altLang="en-US" sz="800" dirty="0"/>
              <a:t>('</a:t>
            </a:r>
            <a:r>
              <a:rPr lang="ko-KR" altLang="en-US" sz="800" dirty="0" err="1"/>
              <a:t>yyyy-mm-dd</a:t>
            </a:r>
            <a:r>
              <a:rPr lang="ko-KR" altLang="en-US" sz="800" dirty="0"/>
              <a:t> </a:t>
            </a:r>
            <a:r>
              <a:rPr lang="ko-KR" altLang="en-US" sz="800" dirty="0" err="1"/>
              <a:t>hh:nn:ss</a:t>
            </a:r>
            <a:r>
              <a:rPr lang="ko-KR" altLang="en-US" sz="800" dirty="0"/>
              <a:t>','-',':');</a:t>
            </a:r>
          </a:p>
          <a:p>
            <a:r>
              <a:rPr lang="ko-KR" altLang="en-US" sz="800" dirty="0"/>
              <a:t>    </a:t>
            </a:r>
            <a:r>
              <a:rPr lang="ko-KR" altLang="en-US" sz="800" dirty="0" err="1"/>
              <a:t>LogText</a:t>
            </a:r>
            <a:r>
              <a:rPr lang="ko-KR" altLang="en-US" sz="800" dirty="0"/>
              <a:t> := '--- 설치완료: ' + </a:t>
            </a:r>
            <a:r>
              <a:rPr lang="ko-KR" altLang="en-US" sz="800" dirty="0" err="1"/>
              <a:t>TimeStamp</a:t>
            </a:r>
            <a:r>
              <a:rPr lang="ko-KR" altLang="en-US" sz="800" dirty="0"/>
              <a:t> + ' ---' #13#10;</a:t>
            </a:r>
          </a:p>
          <a:p>
            <a:r>
              <a:rPr lang="ko-KR" altLang="en-US" sz="800" dirty="0"/>
              <a:t>    </a:t>
            </a:r>
          </a:p>
          <a:p>
            <a:r>
              <a:rPr lang="ko-KR" altLang="en-US" sz="800" dirty="0"/>
              <a:t>    </a:t>
            </a:r>
            <a:r>
              <a:rPr lang="ko-KR" altLang="en-US" sz="800" dirty="0" err="1"/>
              <a:t>if</a:t>
            </a:r>
            <a:r>
              <a:rPr lang="ko-KR" altLang="en-US" sz="800" dirty="0"/>
              <a:t> </a:t>
            </a:r>
            <a:r>
              <a:rPr lang="ko-KR" altLang="en-US" sz="800" dirty="0" err="1"/>
              <a:t>IsTaskSelected</a:t>
            </a:r>
            <a:r>
              <a:rPr lang="ko-KR" altLang="en-US" sz="800" dirty="0"/>
              <a:t>('r21') </a:t>
            </a:r>
            <a:r>
              <a:rPr lang="ko-KR" altLang="en-US" sz="800" dirty="0" err="1"/>
              <a:t>then</a:t>
            </a:r>
            <a:endParaRPr lang="ko-KR" altLang="en-US" sz="800" dirty="0"/>
          </a:p>
          <a:p>
            <a:r>
              <a:rPr lang="ko-KR" altLang="en-US" sz="800" dirty="0"/>
              <a:t>      </a:t>
            </a:r>
            <a:r>
              <a:rPr lang="ko-KR" altLang="en-US" sz="800" dirty="0" err="1"/>
              <a:t>LogText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LogText</a:t>
            </a:r>
            <a:r>
              <a:rPr lang="ko-KR" altLang="en-US" sz="800" dirty="0"/>
              <a:t> + '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2021 ' + </a:t>
            </a:r>
            <a:r>
              <a:rPr lang="ko-KR" altLang="en-US" sz="800" dirty="0" err="1"/>
              <a:t>AppName</a:t>
            </a:r>
            <a:r>
              <a:rPr lang="ko-KR" altLang="en-US" sz="800" dirty="0"/>
              <a:t> + ' (' + </a:t>
            </a:r>
            <a:r>
              <a:rPr lang="ko-KR" altLang="en-US" sz="800" dirty="0" err="1"/>
              <a:t>AppVer</a:t>
            </a:r>
            <a:r>
              <a:rPr lang="ko-KR" altLang="en-US" sz="800" dirty="0"/>
              <a:t> + ') 설치됨' + #13#10;</a:t>
            </a:r>
          </a:p>
          <a:p>
            <a:r>
              <a:rPr lang="ko-KR" altLang="en-US" sz="800" dirty="0"/>
              <a:t>    </a:t>
            </a:r>
            <a:r>
              <a:rPr lang="ko-KR" altLang="en-US" sz="800" dirty="0" err="1"/>
              <a:t>if</a:t>
            </a:r>
            <a:r>
              <a:rPr lang="ko-KR" altLang="en-US" sz="800" dirty="0"/>
              <a:t> </a:t>
            </a:r>
            <a:r>
              <a:rPr lang="ko-KR" altLang="en-US" sz="800" dirty="0" err="1"/>
              <a:t>IsTaskSelected</a:t>
            </a:r>
            <a:r>
              <a:rPr lang="ko-KR" altLang="en-US" sz="800" dirty="0"/>
              <a:t>('r22') </a:t>
            </a:r>
            <a:r>
              <a:rPr lang="ko-KR" altLang="en-US" sz="800" dirty="0" err="1"/>
              <a:t>then</a:t>
            </a:r>
            <a:endParaRPr lang="ko-KR" altLang="en-US" sz="800" dirty="0"/>
          </a:p>
          <a:p>
            <a:r>
              <a:rPr lang="ko-KR" altLang="en-US" sz="800" dirty="0"/>
              <a:t>      </a:t>
            </a:r>
            <a:r>
              <a:rPr lang="ko-KR" altLang="en-US" sz="800" dirty="0" err="1"/>
              <a:t>LogText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LogText</a:t>
            </a:r>
            <a:r>
              <a:rPr lang="ko-KR" altLang="en-US" sz="800" dirty="0"/>
              <a:t> + '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2022 ' + </a:t>
            </a:r>
            <a:r>
              <a:rPr lang="ko-KR" altLang="en-US" sz="800" dirty="0" err="1"/>
              <a:t>AppName</a:t>
            </a:r>
            <a:r>
              <a:rPr lang="ko-KR" altLang="en-US" sz="800" dirty="0"/>
              <a:t> + ' (' + </a:t>
            </a:r>
            <a:r>
              <a:rPr lang="ko-KR" altLang="en-US" sz="800" dirty="0" err="1"/>
              <a:t>AppVer</a:t>
            </a:r>
            <a:r>
              <a:rPr lang="ko-KR" altLang="en-US" sz="800" dirty="0"/>
              <a:t> + ') 설치됨' + #13#10;</a:t>
            </a:r>
          </a:p>
          <a:p>
            <a:r>
              <a:rPr lang="ko-KR" altLang="en-US" sz="800" dirty="0"/>
              <a:t>    </a:t>
            </a:r>
            <a:r>
              <a:rPr lang="ko-KR" altLang="en-US" sz="800" dirty="0" err="1"/>
              <a:t>if</a:t>
            </a:r>
            <a:r>
              <a:rPr lang="ko-KR" altLang="en-US" sz="800" dirty="0"/>
              <a:t> </a:t>
            </a:r>
            <a:r>
              <a:rPr lang="ko-KR" altLang="en-US" sz="800" dirty="0" err="1"/>
              <a:t>IsTaskSelected</a:t>
            </a:r>
            <a:r>
              <a:rPr lang="ko-KR" altLang="en-US" sz="800" dirty="0"/>
              <a:t>('r23') </a:t>
            </a:r>
            <a:r>
              <a:rPr lang="ko-KR" altLang="en-US" sz="800" dirty="0" err="1"/>
              <a:t>then</a:t>
            </a:r>
            <a:endParaRPr lang="ko-KR" altLang="en-US" sz="800" dirty="0"/>
          </a:p>
          <a:p>
            <a:r>
              <a:rPr lang="ko-KR" altLang="en-US" sz="800" dirty="0"/>
              <a:t>      </a:t>
            </a:r>
            <a:r>
              <a:rPr lang="ko-KR" altLang="en-US" sz="800" dirty="0" err="1"/>
              <a:t>LogText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LogText</a:t>
            </a:r>
            <a:r>
              <a:rPr lang="ko-KR" altLang="en-US" sz="800" dirty="0"/>
              <a:t> + '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2023 ' + </a:t>
            </a:r>
            <a:r>
              <a:rPr lang="ko-KR" altLang="en-US" sz="800" dirty="0" err="1"/>
              <a:t>AppName</a:t>
            </a:r>
            <a:r>
              <a:rPr lang="ko-KR" altLang="en-US" sz="800" dirty="0"/>
              <a:t> + ' (' + </a:t>
            </a:r>
            <a:r>
              <a:rPr lang="ko-KR" altLang="en-US" sz="800" dirty="0" err="1"/>
              <a:t>AppVer</a:t>
            </a:r>
            <a:r>
              <a:rPr lang="ko-KR" altLang="en-US" sz="800" dirty="0"/>
              <a:t> + ') 설치됨' + #13#10;</a:t>
            </a:r>
          </a:p>
          <a:p>
            <a:r>
              <a:rPr lang="ko-KR" altLang="en-US" sz="800" dirty="0"/>
              <a:t>    </a:t>
            </a:r>
            <a:r>
              <a:rPr lang="ko-KR" altLang="en-US" sz="800" dirty="0" err="1"/>
              <a:t>if</a:t>
            </a:r>
            <a:r>
              <a:rPr lang="ko-KR" altLang="en-US" sz="800" dirty="0"/>
              <a:t> </a:t>
            </a:r>
            <a:r>
              <a:rPr lang="ko-KR" altLang="en-US" sz="800" dirty="0" err="1"/>
              <a:t>IsTaskSelected</a:t>
            </a:r>
            <a:r>
              <a:rPr lang="ko-KR" altLang="en-US" sz="800" dirty="0"/>
              <a:t>('r24') </a:t>
            </a:r>
            <a:r>
              <a:rPr lang="ko-KR" altLang="en-US" sz="800" dirty="0" err="1"/>
              <a:t>then</a:t>
            </a:r>
            <a:endParaRPr lang="ko-KR" altLang="en-US" sz="800" dirty="0"/>
          </a:p>
          <a:p>
            <a:r>
              <a:rPr lang="ko-KR" altLang="en-US" sz="800" dirty="0"/>
              <a:t>      </a:t>
            </a:r>
            <a:r>
              <a:rPr lang="ko-KR" altLang="en-US" sz="800" dirty="0" err="1"/>
              <a:t>LogText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LogText</a:t>
            </a:r>
            <a:r>
              <a:rPr lang="ko-KR" altLang="en-US" sz="800" dirty="0"/>
              <a:t> + '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2024 ' + </a:t>
            </a:r>
            <a:r>
              <a:rPr lang="ko-KR" altLang="en-US" sz="800" dirty="0" err="1"/>
              <a:t>AppName</a:t>
            </a:r>
            <a:r>
              <a:rPr lang="ko-KR" altLang="en-US" sz="800" dirty="0"/>
              <a:t> + ' (' + </a:t>
            </a:r>
            <a:r>
              <a:rPr lang="ko-KR" altLang="en-US" sz="800" dirty="0" err="1"/>
              <a:t>AppVer</a:t>
            </a:r>
            <a:r>
              <a:rPr lang="ko-KR" altLang="en-US" sz="800" dirty="0"/>
              <a:t> + ') 설치됨' + #13#10;</a:t>
            </a:r>
          </a:p>
          <a:p>
            <a:r>
              <a:rPr lang="ko-KR" altLang="en-US" sz="800" dirty="0"/>
              <a:t>    </a:t>
            </a:r>
            <a:r>
              <a:rPr lang="ko-KR" altLang="en-US" sz="800" dirty="0" err="1"/>
              <a:t>if</a:t>
            </a:r>
            <a:r>
              <a:rPr lang="ko-KR" altLang="en-US" sz="800" dirty="0"/>
              <a:t> </a:t>
            </a:r>
            <a:r>
              <a:rPr lang="ko-KR" altLang="en-US" sz="800" dirty="0" err="1"/>
              <a:t>IsTaskSelected</a:t>
            </a:r>
            <a:r>
              <a:rPr lang="ko-KR" altLang="en-US" sz="800" dirty="0"/>
              <a:t>('r25') </a:t>
            </a:r>
            <a:r>
              <a:rPr lang="ko-KR" altLang="en-US" sz="800" dirty="0" err="1"/>
              <a:t>then</a:t>
            </a:r>
            <a:endParaRPr lang="ko-KR" altLang="en-US" sz="800" dirty="0"/>
          </a:p>
          <a:p>
            <a:r>
              <a:rPr lang="ko-KR" altLang="en-US" sz="800" dirty="0"/>
              <a:t>      </a:t>
            </a:r>
            <a:r>
              <a:rPr lang="ko-KR" altLang="en-US" sz="800" dirty="0" err="1"/>
              <a:t>LogText</a:t>
            </a:r>
            <a:r>
              <a:rPr lang="ko-KR" altLang="en-US" sz="800" dirty="0"/>
              <a:t> := </a:t>
            </a:r>
            <a:r>
              <a:rPr lang="ko-KR" altLang="en-US" sz="800" dirty="0" err="1"/>
              <a:t>LogText</a:t>
            </a:r>
            <a:r>
              <a:rPr lang="ko-KR" altLang="en-US" sz="800" dirty="0"/>
              <a:t> + '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2025 ' + </a:t>
            </a:r>
            <a:r>
              <a:rPr lang="ko-KR" altLang="en-US" sz="800" dirty="0" err="1"/>
              <a:t>AppName</a:t>
            </a:r>
            <a:r>
              <a:rPr lang="ko-KR" altLang="en-US" sz="800" dirty="0"/>
              <a:t> + ' (' + </a:t>
            </a:r>
            <a:r>
              <a:rPr lang="ko-KR" altLang="en-US" sz="800" dirty="0" err="1"/>
              <a:t>AppVer</a:t>
            </a:r>
            <a:r>
              <a:rPr lang="ko-KR" altLang="en-US" sz="800" dirty="0"/>
              <a:t> + ') 설치됨' + #13#10;</a:t>
            </a:r>
          </a:p>
          <a:p>
            <a:r>
              <a:rPr lang="ko-KR" altLang="en-US" sz="800" dirty="0"/>
              <a:t>      </a:t>
            </a:r>
          </a:p>
          <a:p>
            <a:r>
              <a:rPr lang="ko-KR" altLang="en-US" sz="800" dirty="0"/>
              <a:t>    </a:t>
            </a:r>
            <a:r>
              <a:rPr lang="ko-KR" altLang="en-US" sz="800" dirty="0" err="1"/>
              <a:t>ForceDirectories</a:t>
            </a:r>
            <a:r>
              <a:rPr lang="ko-KR" altLang="en-US" sz="800" dirty="0"/>
              <a:t>(</a:t>
            </a:r>
            <a:r>
              <a:rPr lang="ko-KR" altLang="en-US" sz="800" dirty="0" err="1"/>
              <a:t>ExtractFilePath</a:t>
            </a:r>
            <a:r>
              <a:rPr lang="ko-KR" altLang="en-US" sz="800" dirty="0"/>
              <a:t>(</a:t>
            </a:r>
            <a:r>
              <a:rPr lang="ko-KR" altLang="en-US" sz="800" dirty="0" err="1"/>
              <a:t>LogPath</a:t>
            </a:r>
            <a:r>
              <a:rPr lang="ko-KR" altLang="en-US" sz="800" dirty="0"/>
              <a:t>));</a:t>
            </a:r>
          </a:p>
          <a:p>
            <a:r>
              <a:rPr lang="ko-KR" altLang="en-US" sz="800" dirty="0"/>
              <a:t>    </a:t>
            </a:r>
            <a:r>
              <a:rPr lang="ko-KR" altLang="en-US" sz="800" dirty="0" err="1"/>
              <a:t>SaveStringToFile</a:t>
            </a:r>
            <a:r>
              <a:rPr lang="ko-KR" altLang="en-US" sz="800" dirty="0"/>
              <a:t>(</a:t>
            </a:r>
            <a:r>
              <a:rPr lang="ko-KR" altLang="en-US" sz="800" dirty="0" err="1"/>
              <a:t>LogPath</a:t>
            </a:r>
            <a:r>
              <a:rPr lang="ko-KR" altLang="en-US" sz="800" dirty="0"/>
              <a:t>, </a:t>
            </a:r>
            <a:r>
              <a:rPr lang="ko-KR" altLang="en-US" sz="800" dirty="0" err="1"/>
              <a:t>LogText</a:t>
            </a:r>
            <a:r>
              <a:rPr lang="ko-KR" altLang="en-US" sz="800" dirty="0"/>
              <a:t>, </a:t>
            </a:r>
            <a:r>
              <a:rPr lang="ko-KR" altLang="en-US" sz="800" dirty="0" err="1"/>
              <a:t>True</a:t>
            </a:r>
            <a:r>
              <a:rPr lang="ko-KR" altLang="en-US" sz="800" dirty="0"/>
              <a:t>);</a:t>
            </a:r>
          </a:p>
          <a:p>
            <a:r>
              <a:rPr lang="ko-KR" altLang="en-US" sz="800" dirty="0"/>
              <a:t>  </a:t>
            </a:r>
            <a:r>
              <a:rPr lang="ko-KR" altLang="en-US" sz="800" dirty="0" err="1"/>
              <a:t>end</a:t>
            </a:r>
            <a:r>
              <a:rPr lang="ko-KR" altLang="en-US" sz="800" dirty="0"/>
              <a:t>;</a:t>
            </a:r>
          </a:p>
          <a:p>
            <a:r>
              <a:rPr lang="ko-KR" altLang="en-US" sz="800" dirty="0" err="1"/>
              <a:t>end</a:t>
            </a:r>
            <a:r>
              <a:rPr lang="ko-KR" altLang="en-US" sz="800" dirty="0"/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8966547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49C3CE90-9BD4-14BA-DD86-18C2A35BC9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4558" y="942628"/>
            <a:ext cx="6677957" cy="2486372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503965CC-B2B5-38D0-7ADA-B657BDFF16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6120" y="3657191"/>
            <a:ext cx="4134427" cy="203863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079841C-EF40-DC0F-763B-A5087F1299BA}"/>
              </a:ext>
            </a:extLst>
          </p:cNvPr>
          <p:cNvSpPr txBox="1"/>
          <p:nvPr/>
        </p:nvSpPr>
        <p:spPr>
          <a:xfrm>
            <a:off x="8455937" y="4273236"/>
            <a:ext cx="21948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설치 로그파일 생성</a:t>
            </a:r>
          </a:p>
        </p:txBody>
      </p:sp>
    </p:spTree>
    <p:extLst>
      <p:ext uri="{BB962C8B-B14F-4D97-AF65-F5344CB8AC3E}">
        <p14:creationId xmlns:p14="http://schemas.microsoft.com/office/powerpoint/2010/main" val="18184999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D14591A-D5C6-5872-AE87-BCA2EFDB2CA4}"/>
              </a:ext>
            </a:extLst>
          </p:cNvPr>
          <p:cNvSpPr txBox="1"/>
          <p:nvPr/>
        </p:nvSpPr>
        <p:spPr>
          <a:xfrm>
            <a:off x="191732" y="141620"/>
            <a:ext cx="8552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Ver.0.4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BBBBEEA-138B-4588-B168-E4C90D86B979}"/>
              </a:ext>
            </a:extLst>
          </p:cNvPr>
          <p:cNvSpPr txBox="1"/>
          <p:nvPr/>
        </p:nvSpPr>
        <p:spPr>
          <a:xfrm>
            <a:off x="260287" y="916384"/>
            <a:ext cx="609750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00" dirty="0"/>
              <a:t>[</a:t>
            </a:r>
            <a:r>
              <a:rPr lang="ko-KR" altLang="en-US" sz="800" dirty="0" err="1"/>
              <a:t>Setup</a:t>
            </a:r>
            <a:r>
              <a:rPr lang="ko-KR" altLang="en-US" sz="800" dirty="0"/>
              <a:t>]</a:t>
            </a:r>
          </a:p>
          <a:p>
            <a:r>
              <a:rPr lang="ko-KR" altLang="en-US" sz="800" dirty="0" err="1"/>
              <a:t>AppName</a:t>
            </a:r>
            <a:r>
              <a:rPr lang="ko-KR" altLang="en-US" sz="800" dirty="0"/>
              <a:t>=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</a:t>
            </a:r>
            <a:r>
              <a:rPr lang="ko-KR" altLang="en-US" sz="800" dirty="0" err="1"/>
              <a:t>Add-in</a:t>
            </a:r>
            <a:r>
              <a:rPr lang="ko-KR" altLang="en-US" sz="800" dirty="0"/>
              <a:t> </a:t>
            </a:r>
            <a:r>
              <a:rPr lang="ko-KR" altLang="en-US" sz="800" dirty="0" err="1"/>
              <a:t>Installer</a:t>
            </a:r>
            <a:r>
              <a:rPr lang="ko-KR" altLang="en-US" sz="800" dirty="0"/>
              <a:t> </a:t>
            </a:r>
            <a:r>
              <a:rPr lang="ko-KR" altLang="en-US" sz="800" dirty="0" err="1"/>
              <a:t>Test</a:t>
            </a:r>
            <a:endParaRPr lang="ko-KR" altLang="en-US" sz="800" dirty="0"/>
          </a:p>
          <a:p>
            <a:r>
              <a:rPr lang="ko-KR" altLang="en-US" sz="800" dirty="0" err="1"/>
              <a:t>AppVersion</a:t>
            </a:r>
            <a:r>
              <a:rPr lang="ko-KR" altLang="en-US" sz="800" dirty="0"/>
              <a:t>=0.4</a:t>
            </a:r>
          </a:p>
          <a:p>
            <a:r>
              <a:rPr lang="ko-KR" altLang="en-US" sz="800" dirty="0" err="1"/>
              <a:t>DefaultDirName</a:t>
            </a:r>
            <a:r>
              <a:rPr lang="ko-KR" altLang="en-US" sz="800" dirty="0"/>
              <a:t>={</a:t>
            </a:r>
            <a:r>
              <a:rPr lang="ko-KR" altLang="en-US" sz="800" dirty="0" err="1"/>
              <a:t>userappdata</a:t>
            </a:r>
            <a:r>
              <a:rPr lang="ko-KR" altLang="en-US" sz="800" dirty="0"/>
              <a:t>}\</a:t>
            </a:r>
            <a:r>
              <a:rPr lang="ko-KR" altLang="en-US" sz="800" dirty="0" err="1"/>
              <a:t>RevitAddinInstallerTest</a:t>
            </a:r>
            <a:endParaRPr lang="ko-KR" altLang="en-US" sz="800" dirty="0"/>
          </a:p>
          <a:p>
            <a:r>
              <a:rPr lang="ko-KR" altLang="en-US" sz="800" dirty="0" err="1"/>
              <a:t>DisableDirPage</a:t>
            </a:r>
            <a:r>
              <a:rPr lang="ko-KR" altLang="en-US" sz="800" dirty="0"/>
              <a:t>=</a:t>
            </a:r>
            <a:r>
              <a:rPr lang="ko-KR" altLang="en-US" sz="800" dirty="0" err="1"/>
              <a:t>yes</a:t>
            </a:r>
            <a:endParaRPr lang="ko-KR" altLang="en-US" sz="800" dirty="0"/>
          </a:p>
          <a:p>
            <a:r>
              <a:rPr lang="ko-KR" altLang="en-US" sz="800" dirty="0" err="1"/>
              <a:t>OutputDir</a:t>
            </a:r>
            <a:r>
              <a:rPr lang="ko-KR" altLang="en-US" sz="800" dirty="0"/>
              <a:t>=\\</a:t>
            </a:r>
            <a:r>
              <a:rPr lang="ko-KR" altLang="en-US" sz="800" dirty="0" err="1"/>
              <a:t>idea</a:t>
            </a:r>
            <a:r>
              <a:rPr lang="ko-KR" altLang="en-US" sz="800" dirty="0"/>
              <a:t>\</a:t>
            </a:r>
            <a:r>
              <a:rPr lang="ko-KR" altLang="en-US" sz="800" dirty="0" err="1"/>
              <a:t>home</a:t>
            </a:r>
            <a:r>
              <a:rPr lang="ko-KR" altLang="en-US" sz="800" dirty="0"/>
              <a:t>\</a:t>
            </a:r>
            <a:r>
              <a:rPr lang="ko-KR" altLang="en-US" sz="800" dirty="0" err="1"/>
              <a:t>test</a:t>
            </a:r>
            <a:endParaRPr lang="ko-KR" altLang="en-US" sz="800" dirty="0"/>
          </a:p>
          <a:p>
            <a:r>
              <a:rPr lang="ko-KR" altLang="en-US" sz="800" dirty="0" err="1"/>
              <a:t>OutputBaseFilename</a:t>
            </a:r>
            <a:r>
              <a:rPr lang="ko-KR" altLang="en-US" sz="800" dirty="0"/>
              <a:t>=</a:t>
            </a:r>
            <a:r>
              <a:rPr lang="ko-KR" altLang="en-US" sz="800" dirty="0" err="1"/>
              <a:t>Revit</a:t>
            </a:r>
            <a:r>
              <a:rPr lang="ko-KR" altLang="en-US" sz="800" dirty="0"/>
              <a:t> </a:t>
            </a:r>
            <a:r>
              <a:rPr lang="ko-KR" altLang="en-US" sz="800" dirty="0" err="1"/>
              <a:t>Add-in</a:t>
            </a:r>
            <a:r>
              <a:rPr lang="ko-KR" altLang="en-US" sz="800" dirty="0"/>
              <a:t> </a:t>
            </a:r>
            <a:r>
              <a:rPr lang="ko-KR" altLang="en-US" sz="800" dirty="0" err="1"/>
              <a:t>Installer</a:t>
            </a:r>
            <a:r>
              <a:rPr lang="ko-KR" altLang="en-US" sz="800" dirty="0"/>
              <a:t> Test.v0.4</a:t>
            </a:r>
          </a:p>
          <a:p>
            <a:r>
              <a:rPr lang="ko-KR" altLang="en-US" sz="800" dirty="0" err="1"/>
              <a:t>Compression</a:t>
            </a:r>
            <a:r>
              <a:rPr lang="ko-KR" altLang="en-US" sz="800" dirty="0"/>
              <a:t>=</a:t>
            </a:r>
            <a:r>
              <a:rPr lang="ko-KR" altLang="en-US" sz="800" dirty="0" err="1"/>
              <a:t>lzma</a:t>
            </a:r>
            <a:endParaRPr lang="ko-KR" altLang="en-US" sz="800" dirty="0"/>
          </a:p>
          <a:p>
            <a:r>
              <a:rPr lang="ko-KR" altLang="en-US" sz="800" dirty="0" err="1"/>
              <a:t>SolidCompression</a:t>
            </a:r>
            <a:r>
              <a:rPr lang="ko-KR" altLang="en-US" sz="800" dirty="0"/>
              <a:t>=</a:t>
            </a:r>
            <a:r>
              <a:rPr lang="ko-KR" altLang="en-US" sz="800" dirty="0" err="1"/>
              <a:t>yes</a:t>
            </a:r>
            <a:endParaRPr lang="ko-KR" altLang="en-US" sz="8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B42ACFA-A228-C391-9446-9FBF7AE6DA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510" y="2417214"/>
            <a:ext cx="5811061" cy="155279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7A3ED0B-C357-AA4A-354D-49FC8BCAEF75}"/>
              </a:ext>
            </a:extLst>
          </p:cNvPr>
          <p:cNvSpPr txBox="1"/>
          <p:nvPr/>
        </p:nvSpPr>
        <p:spPr>
          <a:xfrm>
            <a:off x="7985156" y="2779414"/>
            <a:ext cx="21948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err="1"/>
              <a:t>공유폴더</a:t>
            </a:r>
            <a:r>
              <a:rPr lang="ko-KR" altLang="en-US" dirty="0"/>
              <a:t> 활용 가능</a:t>
            </a:r>
          </a:p>
        </p:txBody>
      </p:sp>
    </p:spTree>
    <p:extLst>
      <p:ext uri="{BB962C8B-B14F-4D97-AF65-F5344CB8AC3E}">
        <p14:creationId xmlns:p14="http://schemas.microsoft.com/office/powerpoint/2010/main" val="20688059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9CC189E7-1E73-0D79-41E2-9D0EC90FA5B9}"/>
              </a:ext>
            </a:extLst>
          </p:cNvPr>
          <p:cNvSpPr/>
          <p:nvPr/>
        </p:nvSpPr>
        <p:spPr>
          <a:xfrm>
            <a:off x="724277" y="407406"/>
            <a:ext cx="2399169" cy="1376127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개발</a:t>
            </a:r>
            <a:endParaRPr lang="en-US" altLang="ko-KR" dirty="0"/>
          </a:p>
          <a:p>
            <a:pPr algn="ctr"/>
            <a:r>
              <a:rPr lang="en-US" altLang="ko-KR" dirty="0"/>
              <a:t>(coding)</a:t>
            </a:r>
            <a:endParaRPr lang="ko-KR" altLang="en-US" dirty="0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4D808BD2-5049-B261-5986-AA8BDFC2EB21}"/>
              </a:ext>
            </a:extLst>
          </p:cNvPr>
          <p:cNvSpPr/>
          <p:nvPr/>
        </p:nvSpPr>
        <p:spPr>
          <a:xfrm>
            <a:off x="3820562" y="407406"/>
            <a:ext cx="6156357" cy="1376127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컴파일</a:t>
            </a:r>
            <a:endParaRPr lang="en-US" altLang="ko-KR" dirty="0"/>
          </a:p>
          <a:p>
            <a:pPr algn="ctr"/>
            <a:r>
              <a:rPr lang="en-US" altLang="ko-KR" dirty="0"/>
              <a:t>(</a:t>
            </a:r>
            <a:r>
              <a:rPr lang="en-US" altLang="ko-KR" dirty="0" err="1"/>
              <a:t>dll</a:t>
            </a:r>
            <a:r>
              <a:rPr lang="en-US" altLang="ko-KR" dirty="0"/>
              <a:t> </a:t>
            </a:r>
            <a:r>
              <a:rPr lang="ko-KR" altLang="en-US" dirty="0"/>
              <a:t>파일 생성</a:t>
            </a:r>
            <a:r>
              <a:rPr lang="en-US" altLang="ko-KR" dirty="0"/>
              <a:t>)</a:t>
            </a:r>
          </a:p>
          <a:p>
            <a:pPr algn="ctr"/>
            <a:endParaRPr lang="en-US" altLang="ko-KR" dirty="0"/>
          </a:p>
          <a:p>
            <a:pPr algn="ctr"/>
            <a:r>
              <a:rPr lang="ko-KR" altLang="en-US" dirty="0"/>
              <a:t>경로</a:t>
            </a:r>
            <a:r>
              <a:rPr lang="en-US" altLang="ko-KR" dirty="0"/>
              <a:t>: /</a:t>
            </a:r>
            <a:r>
              <a:rPr lang="en-US" altLang="ko-KR" dirty="0" err="1"/>
              <a:t>Appdata</a:t>
            </a:r>
            <a:r>
              <a:rPr lang="en-US" altLang="ko-KR" dirty="0"/>
              <a:t>/Roaming/Autodesk/Revit/</a:t>
            </a:r>
            <a:r>
              <a:rPr lang="en-US" altLang="ko-KR" dirty="0" err="1"/>
              <a:t>Addins</a:t>
            </a:r>
            <a:r>
              <a:rPr lang="en-US" altLang="ko-KR" dirty="0"/>
              <a:t>/{</a:t>
            </a:r>
            <a:r>
              <a:rPr lang="ko-KR" altLang="en-US" dirty="0"/>
              <a:t>버전</a:t>
            </a:r>
            <a:r>
              <a:rPr lang="en-US" altLang="ko-KR" dirty="0"/>
              <a:t>}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BA181B02-29BB-47D8-C02B-CE0B9C619485}"/>
              </a:ext>
            </a:extLst>
          </p:cNvPr>
          <p:cNvSpPr/>
          <p:nvPr/>
        </p:nvSpPr>
        <p:spPr>
          <a:xfrm>
            <a:off x="724277" y="2553077"/>
            <a:ext cx="4164594" cy="1376127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설치</a:t>
            </a:r>
            <a:r>
              <a:rPr lang="en-US" altLang="ko-KR" dirty="0"/>
              <a:t> </a:t>
            </a:r>
            <a:r>
              <a:rPr lang="ko-KR" altLang="en-US" dirty="0"/>
              <a:t>파일 생성</a:t>
            </a:r>
            <a:endParaRPr lang="en-US" altLang="ko-KR" dirty="0"/>
          </a:p>
          <a:p>
            <a:pPr algn="ctr"/>
            <a:r>
              <a:rPr lang="en-US" altLang="ko-KR" dirty="0"/>
              <a:t>(</a:t>
            </a:r>
            <a:r>
              <a:rPr lang="en-US" altLang="ko-KR" dirty="0" err="1"/>
              <a:t>iss</a:t>
            </a:r>
            <a:r>
              <a:rPr lang="en-US" altLang="ko-KR" dirty="0"/>
              <a:t> script </a:t>
            </a:r>
            <a:r>
              <a:rPr lang="ko-KR" altLang="en-US" dirty="0"/>
              <a:t>문서를 통해 </a:t>
            </a:r>
            <a:r>
              <a:rPr lang="en-US" altLang="ko-KR" dirty="0"/>
              <a:t>exe </a:t>
            </a:r>
            <a:r>
              <a:rPr lang="ko-KR" altLang="en-US" dirty="0"/>
              <a:t>파일 생성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AD71868C-84AA-07CA-3D91-FA59B06E5956}"/>
              </a:ext>
            </a:extLst>
          </p:cNvPr>
          <p:cNvSpPr/>
          <p:nvPr/>
        </p:nvSpPr>
        <p:spPr>
          <a:xfrm>
            <a:off x="6328373" y="2553077"/>
            <a:ext cx="5441132" cy="1376127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exe </a:t>
            </a:r>
            <a:r>
              <a:rPr lang="ko-KR" altLang="en-US" dirty="0"/>
              <a:t>파일을 통해 </a:t>
            </a:r>
            <a:r>
              <a:rPr lang="en-US" altLang="ko-KR" dirty="0"/>
              <a:t>User </a:t>
            </a:r>
            <a:r>
              <a:rPr lang="ko-KR" altLang="en-US" dirty="0"/>
              <a:t>경로에 </a:t>
            </a:r>
            <a:r>
              <a:rPr lang="en-US" altLang="ko-KR" dirty="0" err="1"/>
              <a:t>dll</a:t>
            </a:r>
            <a:r>
              <a:rPr lang="en-US" altLang="ko-KR" dirty="0"/>
              <a:t>, </a:t>
            </a:r>
            <a:r>
              <a:rPr lang="en-US" altLang="ko-KR" dirty="0" err="1"/>
              <a:t>addin</a:t>
            </a:r>
            <a:r>
              <a:rPr lang="en-US" altLang="ko-KR" dirty="0"/>
              <a:t> </a:t>
            </a:r>
            <a:r>
              <a:rPr lang="ko-KR" altLang="en-US" dirty="0"/>
              <a:t>파일 복사</a:t>
            </a:r>
          </a:p>
        </p:txBody>
      </p:sp>
    </p:spTree>
    <p:extLst>
      <p:ext uri="{BB962C8B-B14F-4D97-AF65-F5344CB8AC3E}">
        <p14:creationId xmlns:p14="http://schemas.microsoft.com/office/powerpoint/2010/main" val="21117357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514</TotalTime>
  <Words>1473</Words>
  <Application>Microsoft Office PowerPoint</Application>
  <PresentationFormat>와이드스크린</PresentationFormat>
  <Paragraphs>196</Paragraphs>
  <Slides>10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3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강지수</dc:creator>
  <cp:lastModifiedBy>강지수</cp:lastModifiedBy>
  <cp:revision>2</cp:revision>
  <dcterms:created xsi:type="dcterms:W3CDTF">2025-04-18T00:31:36Z</dcterms:created>
  <dcterms:modified xsi:type="dcterms:W3CDTF">2025-04-18T09:05:53Z</dcterms:modified>
</cp:coreProperties>
</file>