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CD3C0-4ED6-0AE5-0548-C8B117D3A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9E5FF5-EBDA-E94B-D8BB-8DC847B20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9F8BF0-66F3-4DB5-70C3-6DB99B99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BF0E0D-74D2-A562-AA90-6B750601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9CB477-EEAD-4002-7B96-75A0EC16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45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005FC-3611-FE31-6DF9-EEBCC48F2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11F20C-831F-A7BB-9CD3-F1172776F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C51A18-AE61-6B52-6AF3-524FBAF9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C20BD1-C7DA-27E4-715B-953F6CC5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A5207-5A67-48DE-209E-CB9ABF63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6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1085F-E96B-3967-8056-CAB9D5564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E3097-45CC-D37F-4909-561768F40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EA8CA4-CEDA-AAE5-EEC8-C79CA47C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2C0A8-A49C-DB27-CBCA-3B99D749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DB405D-B32D-0FC6-E2F8-CE89FDF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95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7D85C-2F8E-20F0-7506-B1748B7E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27A62-E113-EC16-AF7E-24BAA9D42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C6211F-D6F0-C1F4-4D95-BBE2AF266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03F6-5C5F-2AEB-6795-78650938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1801CF-11A4-79DA-D022-E766CCC0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8AD9E4-844A-5972-44AF-B8B6BFAD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760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91A05-6EFA-FDD4-615F-D10C4F90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BDF37-8BC3-DDF8-236D-F9F8A617F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6426DE-7246-FB10-3098-37BDE4394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33131E-41B5-CBEB-461E-C63FCAEF4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3892D3-D72A-BCE5-C2FE-DD739348A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E26D0-2E11-133E-4DA5-852F2AA7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2695D7-D768-34EA-EFBA-B8DD97CF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8017B3-FD50-CBB7-9C93-000DDF4A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10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4D41D-DE07-F94F-5A61-6945B3CD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EF411B-7496-3A5F-4F41-17F83CBD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FCAFCE-9639-BD4B-E882-0313CFA9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9ABF1A-B75F-EEA7-F3AE-EA8F4886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6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763BB8-271E-FE29-715D-39D8749D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22A5AD-E2E6-F497-CD30-704FCF73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0D585E-A9F7-9145-934E-8AA09F9F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88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E6984-1B32-1294-3B74-605869F3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6DF510-1CFB-DA28-BB97-5A0F57F6F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682C23-6C28-08DB-0951-AAA2B3166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48AE96-8EF4-D9AC-6B57-5D5AA65A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0E3536-25BF-7452-04DD-68F4943F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4B079A-B90C-2123-D118-69287192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21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24446-35DE-DE45-5248-81AF0192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E05F86-83D1-0394-F513-11EB5F57F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C12C7E-A200-24EC-C388-1E2746462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D04C18-4578-1774-0B2F-320FA0ED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1B688F-3553-BB16-F708-3BED62B2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CB9A85-23F3-3AA4-0465-039086C9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06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40549-2330-AE86-BB6E-682285F7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234D93-03FB-FCB8-AD2A-01222803D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85596D-D96E-73A9-091C-7E7FCD31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C8AFB-3416-8AAA-1934-0FACF3F7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AAB91-52EA-A9BB-C8AF-F59728B1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4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89F9F2-3514-68D2-C417-15841846D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A07B44-584B-CB11-6639-A92F7769E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9365D4-12AC-CEC8-8246-326E2D12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43709-FC7D-B022-D543-6D275146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D1B11-7D8A-8F8E-6FAB-3828B1FA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7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13481C-A8D7-8B94-9D6E-302D9841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DA4D44-AF68-7D5E-6E69-A0B704CB6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0F6889-A86F-1FDF-CA62-CE6E13A91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23FE2-B3B7-4CA7-AE93-FEDF77A1D3BC}" type="datetimeFigureOut">
              <a:rPr lang="ko-KR" altLang="en-US" smtClean="0"/>
              <a:t>2025-04-21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50F98-7AF1-92A1-AC67-5B19C9B8E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4FFA7-399F-D3A5-0225-1C366331C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F429B-1858-4858-94B4-0139CF0BBB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97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89CC4A-F213-0085-5E08-41B790A44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6" y="491167"/>
            <a:ext cx="4858428" cy="38295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AE9D9CE-A01A-379B-2466-36E6D871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785" y="519746"/>
            <a:ext cx="4839375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90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2E79E8-15F0-8179-1D82-5D56BAEC6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56" y="328204"/>
            <a:ext cx="4944165" cy="38295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A2FAA7-F102-139B-6364-2B66D556F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763" y="328204"/>
            <a:ext cx="4896533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3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07AFD2-F1DA-20D6-A4DD-005B1A6A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92" y="240379"/>
            <a:ext cx="6163535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D3BDC6-2DC6-F1A8-310A-11AD37B4A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18" y="558589"/>
            <a:ext cx="6420746" cy="25721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0E3DFB7-70E7-D924-C1A3-9D7100C05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43" y="3606666"/>
            <a:ext cx="7592485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8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498C9-C581-383A-F91F-FAC3F6361B87}"/>
              </a:ext>
            </a:extLst>
          </p:cNvPr>
          <p:cNvSpPr txBox="1"/>
          <p:nvPr/>
        </p:nvSpPr>
        <p:spPr>
          <a:xfrm>
            <a:off x="187860" y="1792586"/>
            <a:ext cx="60975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[</a:t>
            </a:r>
            <a:r>
              <a:rPr lang="ko-KR" altLang="en-US" sz="800" dirty="0" err="1"/>
              <a:t>Setup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AppName</a:t>
            </a:r>
            <a:r>
              <a:rPr lang="ko-KR" altLang="en-US" sz="800" dirty="0"/>
              <a:t>=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</a:t>
            </a:r>
            <a:r>
              <a:rPr lang="ko-KR" altLang="en-US" sz="800" dirty="0" err="1"/>
              <a:t>Test</a:t>
            </a:r>
            <a:endParaRPr lang="ko-KR" altLang="en-US" sz="800" dirty="0"/>
          </a:p>
          <a:p>
            <a:r>
              <a:rPr lang="ko-KR" altLang="en-US" sz="800" dirty="0" err="1"/>
              <a:t>AppVersion</a:t>
            </a:r>
            <a:r>
              <a:rPr lang="ko-KR" altLang="en-US" sz="800" dirty="0"/>
              <a:t>=0.2</a:t>
            </a:r>
          </a:p>
          <a:p>
            <a:r>
              <a:rPr lang="ko-KR" altLang="en-US" sz="800" dirty="0" err="1"/>
              <a:t>DefaultDirName</a:t>
            </a:r>
            <a:r>
              <a:rPr lang="ko-KR" altLang="en-US" sz="800" dirty="0"/>
              <a:t>={</a:t>
            </a:r>
            <a:r>
              <a:rPr lang="ko-KR" altLang="en-US" sz="800" dirty="0" err="1"/>
              <a:t>autopf</a:t>
            </a:r>
            <a:r>
              <a:rPr lang="ko-KR" altLang="en-US" sz="800" dirty="0"/>
              <a:t>}\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</a:t>
            </a:r>
            <a:r>
              <a:rPr lang="ko-KR" altLang="en-US" sz="800" dirty="0" err="1"/>
              <a:t>Test</a:t>
            </a:r>
            <a:endParaRPr lang="ko-KR" altLang="en-US" sz="800" dirty="0"/>
          </a:p>
          <a:p>
            <a:r>
              <a:rPr lang="ko-KR" altLang="en-US" sz="800" dirty="0" err="1"/>
              <a:t>OutputDir</a:t>
            </a:r>
            <a:r>
              <a:rPr lang="ko-KR" altLang="en-US" sz="800" dirty="0"/>
              <a:t>=.</a:t>
            </a:r>
          </a:p>
          <a:p>
            <a:r>
              <a:rPr lang="ko-KR" altLang="en-US" sz="800" dirty="0" err="1"/>
              <a:t>OutputBaseFilename</a:t>
            </a:r>
            <a:r>
              <a:rPr lang="ko-KR" altLang="en-US" sz="800" dirty="0"/>
              <a:t>=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Test.v0.2</a:t>
            </a:r>
          </a:p>
          <a:p>
            <a:r>
              <a:rPr lang="ko-KR" altLang="en-US" sz="800" dirty="0" err="1"/>
              <a:t>Compression</a:t>
            </a:r>
            <a:r>
              <a:rPr lang="ko-KR" altLang="en-US" sz="800" dirty="0"/>
              <a:t>=</a:t>
            </a:r>
            <a:r>
              <a:rPr lang="ko-KR" altLang="en-US" sz="800" dirty="0" err="1"/>
              <a:t>lzma</a:t>
            </a:r>
            <a:endParaRPr lang="ko-KR" altLang="en-US" sz="800" dirty="0"/>
          </a:p>
          <a:p>
            <a:r>
              <a:rPr lang="ko-KR" altLang="en-US" sz="800" dirty="0" err="1"/>
              <a:t>SolidCompression</a:t>
            </a:r>
            <a:r>
              <a:rPr lang="ko-KR" altLang="en-US" sz="800" dirty="0"/>
              <a:t>=</a:t>
            </a:r>
            <a:r>
              <a:rPr lang="ko-KR" altLang="en-US" sz="800" dirty="0" err="1"/>
              <a:t>yes</a:t>
            </a:r>
            <a:endParaRPr lang="ko-KR" altLang="en-US" sz="800" dirty="0"/>
          </a:p>
          <a:p>
            <a:endParaRPr lang="ko-KR" altLang="en-US" sz="800" dirty="0"/>
          </a:p>
          <a:p>
            <a:r>
              <a:rPr lang="ko-KR" altLang="en-US" sz="800" dirty="0"/>
              <a:t>[</a:t>
            </a:r>
            <a:r>
              <a:rPr lang="ko-KR" altLang="en-US" sz="800" dirty="0" err="1"/>
              <a:t>Tasks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r21;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2021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r22;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2022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r23;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2023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r24;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2024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r25;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2025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endParaRPr lang="ko-KR" altLang="en-US" sz="800" dirty="0"/>
          </a:p>
          <a:p>
            <a:r>
              <a:rPr lang="ko-KR" altLang="en-US" sz="800" dirty="0"/>
              <a:t>[</a:t>
            </a:r>
            <a:r>
              <a:rPr lang="ko-KR" altLang="en-US" sz="800" dirty="0" err="1"/>
              <a:t>Files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\R21\*";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\2021";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IsR21Installed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\R22\*";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\2022";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IsR22Installed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\R23\*";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\2023";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IsR23Installed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\R24\*";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\2024";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IsR24Installed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\R25\*";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\2025";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IsR25Installed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05FF5-5B77-036A-ED34-D5B46976A217}"/>
              </a:ext>
            </a:extLst>
          </p:cNvPr>
          <p:cNvSpPr txBox="1"/>
          <p:nvPr/>
        </p:nvSpPr>
        <p:spPr>
          <a:xfrm>
            <a:off x="7276722" y="1792586"/>
            <a:ext cx="45742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800" dirty="0"/>
          </a:p>
          <a:p>
            <a:r>
              <a:rPr lang="ko-KR" altLang="en-US" sz="800" dirty="0"/>
              <a:t>[</a:t>
            </a:r>
            <a:r>
              <a:rPr lang="ko-KR" altLang="en-US" sz="800" dirty="0" err="1"/>
              <a:t>Code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/>
              <a:t>//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설치 여부를 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 폴더 존재 여부로 판단</a:t>
            </a:r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</a:t>
            </a:r>
            <a:r>
              <a:rPr lang="ko-KR" altLang="en-US" sz="800" dirty="0" err="1"/>
              <a:t>version</a:t>
            </a:r>
            <a:r>
              <a:rPr lang="ko-KR" altLang="en-US" sz="800" dirty="0"/>
              <a:t>: </a:t>
            </a:r>
            <a:r>
              <a:rPr lang="ko-KR" altLang="en-US" sz="800" dirty="0" err="1"/>
              <a:t>string</a:t>
            </a:r>
            <a:r>
              <a:rPr lang="ko-KR" altLang="en-US" sz="800" dirty="0"/>
              <a:t>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var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: </a:t>
            </a:r>
            <a:r>
              <a:rPr lang="ko-KR" altLang="en-US" sz="800" dirty="0" err="1"/>
              <a:t>string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ExpandConstant</a:t>
            </a:r>
            <a:r>
              <a:rPr lang="ko-KR" altLang="en-US" sz="800" dirty="0"/>
              <a:t>('{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}') + '\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\' + </a:t>
            </a:r>
            <a:r>
              <a:rPr lang="ko-KR" altLang="en-US" sz="800" dirty="0" err="1"/>
              <a:t>version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DirExists</a:t>
            </a:r>
            <a:r>
              <a:rPr lang="ko-KR" altLang="en-US" sz="800" dirty="0"/>
              <a:t>(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IsR21Installed():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('r21')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('2021');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IsR22Installed():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('r22')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('2022');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IsR23Installed():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('r23')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('2023');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IsR24Installed():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('r24')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('2024');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IsR25Installed():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('r25')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('2025');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B33EB-61B4-6597-9573-842FD719B012}"/>
              </a:ext>
            </a:extLst>
          </p:cNvPr>
          <p:cNvSpPr txBox="1"/>
          <p:nvPr/>
        </p:nvSpPr>
        <p:spPr>
          <a:xfrm>
            <a:off x="841973" y="624689"/>
            <a:ext cx="8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Ver.0.1</a:t>
            </a:r>
          </a:p>
        </p:txBody>
      </p:sp>
    </p:spTree>
    <p:extLst>
      <p:ext uri="{BB962C8B-B14F-4D97-AF65-F5344CB8AC3E}">
        <p14:creationId xmlns:p14="http://schemas.microsoft.com/office/powerpoint/2010/main" val="57571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48D31-4077-6597-B375-7BF33F315C44}"/>
              </a:ext>
            </a:extLst>
          </p:cNvPr>
          <p:cNvSpPr txBox="1"/>
          <p:nvPr/>
        </p:nvSpPr>
        <p:spPr>
          <a:xfrm>
            <a:off x="191732" y="141620"/>
            <a:ext cx="8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Ver.0.3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AED3F-9AEF-D4B3-4C6E-2287A7321B2C}"/>
              </a:ext>
            </a:extLst>
          </p:cNvPr>
          <p:cNvSpPr txBox="1"/>
          <p:nvPr/>
        </p:nvSpPr>
        <p:spPr>
          <a:xfrm>
            <a:off x="194650" y="650369"/>
            <a:ext cx="609750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[</a:t>
            </a:r>
            <a:r>
              <a:rPr lang="ko-KR" altLang="en-US" sz="800" dirty="0" err="1"/>
              <a:t>Setup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AppName</a:t>
            </a:r>
            <a:r>
              <a:rPr lang="ko-KR" altLang="en-US" sz="800" dirty="0"/>
              <a:t>=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</a:t>
            </a:r>
            <a:r>
              <a:rPr lang="ko-KR" altLang="en-US" sz="800" dirty="0" err="1"/>
              <a:t>Test</a:t>
            </a:r>
            <a:endParaRPr lang="ko-KR" altLang="en-US" sz="800" dirty="0"/>
          </a:p>
          <a:p>
            <a:r>
              <a:rPr lang="ko-KR" altLang="en-US" sz="800" dirty="0" err="1"/>
              <a:t>AppVersion</a:t>
            </a:r>
            <a:r>
              <a:rPr lang="ko-KR" altLang="en-US" sz="800" dirty="0"/>
              <a:t>=0.3</a:t>
            </a:r>
          </a:p>
          <a:p>
            <a:r>
              <a:rPr lang="ko-KR" altLang="en-US" sz="800" dirty="0" err="1"/>
              <a:t>DefaultDirName</a:t>
            </a:r>
            <a:r>
              <a:rPr lang="ko-KR" altLang="en-US" sz="800" dirty="0"/>
              <a:t>={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RevitAddinInstallerTest</a:t>
            </a:r>
            <a:endParaRPr lang="ko-KR" altLang="en-US" sz="800" dirty="0"/>
          </a:p>
          <a:p>
            <a:r>
              <a:rPr lang="ko-KR" altLang="en-US" sz="800" dirty="0" err="1"/>
              <a:t>DisableDirPage</a:t>
            </a:r>
            <a:r>
              <a:rPr lang="ko-KR" altLang="en-US" sz="800" dirty="0"/>
              <a:t>=</a:t>
            </a:r>
            <a:r>
              <a:rPr lang="ko-KR" altLang="en-US" sz="800" dirty="0" err="1"/>
              <a:t>yes</a:t>
            </a:r>
            <a:endParaRPr lang="ko-KR" altLang="en-US" sz="800" dirty="0"/>
          </a:p>
          <a:p>
            <a:r>
              <a:rPr lang="ko-KR" altLang="en-US" sz="800" dirty="0" err="1"/>
              <a:t>OutputDir</a:t>
            </a:r>
            <a:r>
              <a:rPr lang="ko-KR" altLang="en-US" sz="800" dirty="0"/>
              <a:t>=.</a:t>
            </a:r>
          </a:p>
          <a:p>
            <a:r>
              <a:rPr lang="ko-KR" altLang="en-US" sz="800" dirty="0" err="1"/>
              <a:t>OutputBaseFilename</a:t>
            </a:r>
            <a:r>
              <a:rPr lang="ko-KR" altLang="en-US" sz="800" dirty="0"/>
              <a:t>=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Test.v0.3</a:t>
            </a:r>
          </a:p>
          <a:p>
            <a:r>
              <a:rPr lang="ko-KR" altLang="en-US" sz="800" dirty="0" err="1"/>
              <a:t>Compression</a:t>
            </a:r>
            <a:r>
              <a:rPr lang="ko-KR" altLang="en-US" sz="800" dirty="0"/>
              <a:t>=</a:t>
            </a:r>
            <a:r>
              <a:rPr lang="ko-KR" altLang="en-US" sz="800" dirty="0" err="1"/>
              <a:t>lzma</a:t>
            </a:r>
            <a:endParaRPr lang="ko-KR" altLang="en-US" sz="800" dirty="0"/>
          </a:p>
          <a:p>
            <a:r>
              <a:rPr lang="ko-KR" altLang="en-US" sz="800" dirty="0" err="1"/>
              <a:t>SolidCompression</a:t>
            </a:r>
            <a:r>
              <a:rPr lang="ko-KR" altLang="en-US" sz="800" dirty="0"/>
              <a:t>=</a:t>
            </a:r>
            <a:r>
              <a:rPr lang="ko-KR" altLang="en-US" sz="800" dirty="0" err="1"/>
              <a:t>yes</a:t>
            </a:r>
            <a:endParaRPr lang="ko-KR" altLang="en-US" sz="800" dirty="0"/>
          </a:p>
          <a:p>
            <a:endParaRPr lang="ko-KR" altLang="en-US" sz="800" dirty="0"/>
          </a:p>
          <a:p>
            <a:r>
              <a:rPr lang="ko-KR" altLang="en-US" sz="800" dirty="0"/>
              <a:t>[</a:t>
            </a:r>
            <a:r>
              <a:rPr lang="ko-KR" altLang="en-US" sz="800" dirty="0" err="1"/>
              <a:t>Tasks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r21;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2021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r22;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2022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r23;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2023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r24;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2024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r>
              <a:rPr lang="ko-KR" altLang="en-US" sz="800" dirty="0" err="1"/>
              <a:t>Name</a:t>
            </a:r>
            <a:r>
              <a:rPr lang="ko-KR" altLang="en-US" sz="800" dirty="0"/>
              <a:t>: r25; 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: "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2025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설치"; </a:t>
            </a:r>
            <a:r>
              <a:rPr lang="ko-KR" altLang="en-US" sz="800" dirty="0" err="1"/>
              <a:t>GroupDescription</a:t>
            </a:r>
            <a:r>
              <a:rPr lang="ko-KR" altLang="en-US" sz="800" dirty="0"/>
              <a:t>: "설치할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버전을 선택하세요:"</a:t>
            </a:r>
          </a:p>
          <a:p>
            <a:endParaRPr lang="ko-KR" altLang="en-US" sz="800" dirty="0"/>
          </a:p>
          <a:p>
            <a:r>
              <a:rPr lang="ko-KR" altLang="en-US" sz="800" dirty="0"/>
              <a:t>[</a:t>
            </a:r>
            <a:r>
              <a:rPr lang="ko-KR" altLang="en-US" sz="800" dirty="0" err="1"/>
              <a:t>Files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\R21\*";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\2021";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IsR21Installed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\R22\*";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\2022";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IsR22Installed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\R23\*";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\2023";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IsR23Installed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\R24\*";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\2024";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IsR24Installed</a:t>
            </a:r>
          </a:p>
          <a:p>
            <a:r>
              <a:rPr lang="ko-KR" altLang="en-US" sz="800" dirty="0" err="1"/>
              <a:t>Source</a:t>
            </a:r>
            <a:r>
              <a:rPr lang="ko-KR" altLang="en-US" sz="800" dirty="0"/>
              <a:t>: "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\R25\*"; </a:t>
            </a:r>
            <a:r>
              <a:rPr lang="ko-KR" altLang="en-US" sz="800" dirty="0" err="1"/>
              <a:t>DestDir</a:t>
            </a:r>
            <a:r>
              <a:rPr lang="ko-KR" altLang="en-US" sz="800" dirty="0"/>
              <a:t>: "{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\2025"; </a:t>
            </a:r>
            <a:r>
              <a:rPr lang="ko-KR" altLang="en-US" sz="800" dirty="0" err="1"/>
              <a:t>Flags</a:t>
            </a:r>
            <a:r>
              <a:rPr lang="ko-KR" altLang="en-US" sz="800" dirty="0"/>
              <a:t>: </a:t>
            </a:r>
            <a:r>
              <a:rPr lang="ko-KR" altLang="en-US" sz="800" dirty="0" err="1"/>
              <a:t>ignoreversion</a:t>
            </a:r>
            <a:r>
              <a:rPr lang="ko-KR" altLang="en-US" sz="800" dirty="0"/>
              <a:t>; </a:t>
            </a:r>
            <a:r>
              <a:rPr lang="ko-KR" altLang="en-US" sz="800" dirty="0" err="1"/>
              <a:t>Check</a:t>
            </a:r>
            <a:r>
              <a:rPr lang="ko-KR" altLang="en-US" sz="800" dirty="0"/>
              <a:t>: IsR25Installed</a:t>
            </a:r>
          </a:p>
          <a:p>
            <a:endParaRPr lang="ko-KR" altLang="en-US" sz="800" dirty="0"/>
          </a:p>
          <a:p>
            <a:r>
              <a:rPr lang="ko-KR" altLang="en-US" sz="800" dirty="0"/>
              <a:t>[</a:t>
            </a:r>
            <a:r>
              <a:rPr lang="ko-KR" altLang="en-US" sz="800" dirty="0" err="1"/>
              <a:t>Code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/>
              <a:t>// ✅ 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 폴더 존재 여부로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설치 여부 판단</a:t>
            </a:r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</a:t>
            </a:r>
            <a:r>
              <a:rPr lang="ko-KR" altLang="en-US" sz="800" dirty="0" err="1"/>
              <a:t>version</a:t>
            </a:r>
            <a:r>
              <a:rPr lang="ko-KR" altLang="en-US" sz="800" dirty="0"/>
              <a:t>: </a:t>
            </a:r>
            <a:r>
              <a:rPr lang="ko-KR" altLang="en-US" sz="800" dirty="0" err="1"/>
              <a:t>string</a:t>
            </a:r>
            <a:r>
              <a:rPr lang="ko-KR" altLang="en-US" sz="800" dirty="0"/>
              <a:t>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var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: </a:t>
            </a:r>
            <a:r>
              <a:rPr lang="ko-KR" altLang="en-US" sz="800" dirty="0" err="1"/>
              <a:t>string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ExpandConstant</a:t>
            </a:r>
            <a:r>
              <a:rPr lang="ko-KR" altLang="en-US" sz="800" dirty="0"/>
              <a:t>('{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}') + '\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\' + </a:t>
            </a:r>
            <a:r>
              <a:rPr lang="ko-KR" altLang="en-US" sz="800" dirty="0" err="1"/>
              <a:t>version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DirExists</a:t>
            </a:r>
            <a:r>
              <a:rPr lang="ko-KR" altLang="en-US" sz="800" dirty="0"/>
              <a:t>(</a:t>
            </a:r>
            <a:r>
              <a:rPr lang="ko-KR" altLang="en-US" sz="800" dirty="0" err="1"/>
              <a:t>path</a:t>
            </a:r>
            <a:r>
              <a:rPr lang="ko-KR" altLang="en-US" sz="800" dirty="0"/>
              <a:t>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A69F9-7C49-DF28-4757-018164080CFE}"/>
              </a:ext>
            </a:extLst>
          </p:cNvPr>
          <p:cNvSpPr txBox="1"/>
          <p:nvPr/>
        </p:nvSpPr>
        <p:spPr>
          <a:xfrm>
            <a:off x="6509441" y="510952"/>
            <a:ext cx="505183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// ✅ 파일 설치 조건</a:t>
            </a:r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IsR21Installed():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('r21')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('2021');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IsR22Installed():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('r22')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('2022');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IsR23Installed():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('r23')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('2023');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IsR24Installed():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('r24')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('2024');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IsR25Installed():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('r25') and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('2025');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556248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C942AB-FAFB-693B-B112-5A7136AE080B}"/>
              </a:ext>
            </a:extLst>
          </p:cNvPr>
          <p:cNvSpPr txBox="1"/>
          <p:nvPr/>
        </p:nvSpPr>
        <p:spPr>
          <a:xfrm>
            <a:off x="278394" y="558222"/>
            <a:ext cx="609750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// ✅ </a:t>
            </a:r>
            <a:r>
              <a:rPr lang="ko-KR" altLang="en-US" sz="800" dirty="0" err="1"/>
              <a:t>Task</a:t>
            </a:r>
            <a:r>
              <a:rPr lang="ko-KR" altLang="en-US" sz="800" dirty="0"/>
              <a:t> 페이지 이후 넘어갈 때 설치 대상 존재 여부 확인</a:t>
            </a:r>
          </a:p>
          <a:p>
            <a:r>
              <a:rPr lang="ko-KR" altLang="en-US" sz="800" dirty="0" err="1"/>
              <a:t>function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NextButtonClick</a:t>
            </a:r>
            <a:r>
              <a:rPr lang="ko-KR" altLang="en-US" sz="800" dirty="0"/>
              <a:t>(</a:t>
            </a:r>
            <a:r>
              <a:rPr lang="ko-KR" altLang="en-US" sz="800" dirty="0" err="1"/>
              <a:t>CurPageID</a:t>
            </a:r>
            <a:r>
              <a:rPr lang="ko-KR" altLang="en-US" sz="800" dirty="0"/>
              <a:t>: </a:t>
            </a:r>
            <a:r>
              <a:rPr lang="ko-KR" altLang="en-US" sz="800" dirty="0" err="1"/>
              <a:t>Integer</a:t>
            </a:r>
            <a:r>
              <a:rPr lang="ko-KR" altLang="en-US" sz="800" dirty="0"/>
              <a:t>): </a:t>
            </a:r>
            <a:r>
              <a:rPr lang="ko-KR" altLang="en-US" sz="800" dirty="0" err="1"/>
              <a:t>Boolean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var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: </a:t>
            </a:r>
            <a:r>
              <a:rPr lang="ko-KR" altLang="en-US" sz="800" dirty="0" err="1"/>
              <a:t>string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True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/>
              <a:t>  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CurPageID</a:t>
            </a:r>
            <a:r>
              <a:rPr lang="ko-KR" altLang="en-US" sz="800" dirty="0"/>
              <a:t> = </a:t>
            </a:r>
            <a:r>
              <a:rPr lang="ko-KR" altLang="en-US" sz="800" dirty="0" err="1"/>
              <a:t>wpSelectTasks</a:t>
            </a:r>
            <a:r>
              <a:rPr lang="ko-KR" altLang="en-US" sz="800" dirty="0"/>
              <a:t>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:= '';</a:t>
            </a:r>
          </a:p>
          <a:p>
            <a:r>
              <a:rPr lang="ko-KR" altLang="en-US" sz="800" dirty="0"/>
              <a:t>  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('r21') and </a:t>
            </a:r>
            <a:r>
              <a:rPr lang="ko-KR" altLang="en-US" sz="800" dirty="0" err="1"/>
              <a:t>not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('2021')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+ '-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2021'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('r22') and </a:t>
            </a:r>
            <a:r>
              <a:rPr lang="ko-KR" altLang="en-US" sz="800" dirty="0" err="1"/>
              <a:t>not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('2022')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+ '-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2022'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('r23') and </a:t>
            </a:r>
            <a:r>
              <a:rPr lang="ko-KR" altLang="en-US" sz="800" dirty="0" err="1"/>
              <a:t>not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('2023')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+ '-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2023'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('r24') and </a:t>
            </a:r>
            <a:r>
              <a:rPr lang="ko-KR" altLang="en-US" sz="800" dirty="0" err="1"/>
              <a:t>not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('2024')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+ '-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2024'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('r25') and </a:t>
            </a:r>
            <a:r>
              <a:rPr lang="ko-KR" altLang="en-US" sz="800" dirty="0" err="1"/>
              <a:t>not</a:t>
            </a:r>
            <a:r>
              <a:rPr lang="ko-KR" altLang="en-US" sz="800" dirty="0"/>
              <a:t> </a:t>
            </a:r>
            <a:r>
              <a:rPr lang="ko-KR" altLang="en-US" sz="800" dirty="0" err="1"/>
              <a:t>IsAddinsFolderExists</a:t>
            </a:r>
            <a:r>
              <a:rPr lang="ko-KR" altLang="en-US" sz="800" dirty="0"/>
              <a:t>('2025')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+ '-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2025' + #13#10;</a:t>
            </a:r>
          </a:p>
          <a:p>
            <a:r>
              <a:rPr lang="ko-KR" altLang="en-US" sz="800" dirty="0"/>
              <a:t>    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 &lt;&gt; ''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MsgBox</a:t>
            </a:r>
            <a:r>
              <a:rPr lang="ko-KR" altLang="en-US" sz="800" dirty="0"/>
              <a:t>('다음 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버전이 설치되어 있지 않아 설치를 중단합니다:' + #13#10 + #13#10 + </a:t>
            </a:r>
            <a:r>
              <a:rPr lang="ko-KR" altLang="en-US" sz="800" dirty="0" err="1"/>
              <a:t>missing</a:t>
            </a:r>
            <a:r>
              <a:rPr lang="ko-KR" altLang="en-US" sz="800" dirty="0"/>
              <a:t>, </a:t>
            </a:r>
            <a:r>
              <a:rPr lang="ko-KR" altLang="en-US" sz="800" dirty="0" err="1"/>
              <a:t>mbError</a:t>
            </a:r>
            <a:r>
              <a:rPr lang="ko-KR" altLang="en-US" sz="800" dirty="0"/>
              <a:t>, MB_OK);</a:t>
            </a:r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Result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False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26FED-8393-1B36-3B73-5F6AB0EFE4B2}"/>
              </a:ext>
            </a:extLst>
          </p:cNvPr>
          <p:cNvSpPr txBox="1"/>
          <p:nvPr/>
        </p:nvSpPr>
        <p:spPr>
          <a:xfrm>
            <a:off x="6559236" y="558221"/>
            <a:ext cx="545471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800" dirty="0"/>
          </a:p>
          <a:p>
            <a:r>
              <a:rPr lang="ko-KR" altLang="en-US" sz="800" dirty="0"/>
              <a:t>// ✅ 설치 완료 후 로그 저장</a:t>
            </a:r>
          </a:p>
          <a:p>
            <a:r>
              <a:rPr lang="ko-KR" altLang="en-US" sz="800" dirty="0" err="1"/>
              <a:t>procedure</a:t>
            </a:r>
            <a:r>
              <a:rPr lang="ko-KR" altLang="en-US" sz="800" dirty="0"/>
              <a:t> </a:t>
            </a:r>
            <a:r>
              <a:rPr lang="ko-KR" altLang="en-US" sz="800" dirty="0" err="1"/>
              <a:t>CurStepChanged</a:t>
            </a:r>
            <a:r>
              <a:rPr lang="ko-KR" altLang="en-US" sz="800" dirty="0"/>
              <a:t>(</a:t>
            </a:r>
            <a:r>
              <a:rPr lang="ko-KR" altLang="en-US" sz="800" dirty="0" err="1"/>
              <a:t>CurStep</a:t>
            </a:r>
            <a:r>
              <a:rPr lang="ko-KR" altLang="en-US" sz="800" dirty="0"/>
              <a:t>: </a:t>
            </a:r>
            <a:r>
              <a:rPr lang="ko-KR" altLang="en-US" sz="800" dirty="0" err="1"/>
              <a:t>TSetupStep</a:t>
            </a:r>
            <a:r>
              <a:rPr lang="ko-KR" altLang="en-US" sz="800" dirty="0"/>
              <a:t>);</a:t>
            </a:r>
          </a:p>
          <a:p>
            <a:r>
              <a:rPr lang="ko-KR" altLang="en-US" sz="800" dirty="0" err="1"/>
              <a:t>var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,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, </a:t>
            </a:r>
            <a:r>
              <a:rPr lang="ko-KR" altLang="en-US" sz="800" dirty="0" err="1"/>
              <a:t>LogPath</a:t>
            </a:r>
            <a:r>
              <a:rPr lang="ko-KR" altLang="en-US" sz="800" dirty="0"/>
              <a:t>, </a:t>
            </a:r>
            <a:r>
              <a:rPr lang="ko-KR" altLang="en-US" sz="800" dirty="0" err="1"/>
              <a:t>TimeStamp</a:t>
            </a:r>
            <a:r>
              <a:rPr lang="ko-KR" altLang="en-US" sz="800" dirty="0"/>
              <a:t>,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: </a:t>
            </a:r>
            <a:r>
              <a:rPr lang="ko-KR" altLang="en-US" sz="800" dirty="0" err="1"/>
              <a:t>string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CurStep</a:t>
            </a:r>
            <a:r>
              <a:rPr lang="ko-KR" altLang="en-US" sz="800" dirty="0"/>
              <a:t> = </a:t>
            </a:r>
            <a:r>
              <a:rPr lang="ko-KR" altLang="en-US" sz="800" dirty="0" err="1"/>
              <a:t>ssPostInstall</a:t>
            </a:r>
            <a:r>
              <a:rPr lang="ko-KR" altLang="en-US" sz="800" dirty="0"/>
              <a:t>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begin</a:t>
            </a:r>
            <a:endParaRPr lang="ko-KR" altLang="en-US" sz="800" dirty="0"/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 := '0.3';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:= '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</a:t>
            </a:r>
            <a:r>
              <a:rPr lang="ko-KR" altLang="en-US" sz="800" dirty="0" err="1"/>
              <a:t>Test</a:t>
            </a:r>
            <a:r>
              <a:rPr lang="ko-KR" altLang="en-US" sz="800" dirty="0"/>
              <a:t>';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LogPath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ExpandConstant</a:t>
            </a:r>
            <a:r>
              <a:rPr lang="ko-KR" altLang="en-US" sz="800" dirty="0"/>
              <a:t>('{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}') + '\</a:t>
            </a:r>
            <a:r>
              <a:rPr lang="ko-KR" altLang="en-US" sz="800" dirty="0" err="1"/>
              <a:t>Autodesk</a:t>
            </a:r>
            <a:r>
              <a:rPr lang="ko-KR" altLang="en-US" sz="800" dirty="0"/>
              <a:t>\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\</a:t>
            </a:r>
            <a:r>
              <a:rPr lang="ko-KR" altLang="en-US" sz="800" dirty="0" err="1"/>
              <a:t>Addins</a:t>
            </a:r>
            <a:r>
              <a:rPr lang="ko-KR" altLang="en-US" sz="800" dirty="0"/>
              <a:t>\' +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+ '</a:t>
            </a:r>
            <a:r>
              <a:rPr lang="ko-KR" altLang="en-US" sz="800" dirty="0" err="1"/>
              <a:t>install_log.txt</a:t>
            </a:r>
            <a:r>
              <a:rPr lang="ko-KR" altLang="en-US" sz="800" dirty="0"/>
              <a:t>';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TimeStamp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GetDateTimeString</a:t>
            </a:r>
            <a:r>
              <a:rPr lang="ko-KR" altLang="en-US" sz="800" dirty="0"/>
              <a:t>('</a:t>
            </a:r>
            <a:r>
              <a:rPr lang="ko-KR" altLang="en-US" sz="800" dirty="0" err="1"/>
              <a:t>yyyy-mm-dd</a:t>
            </a:r>
            <a:r>
              <a:rPr lang="ko-KR" altLang="en-US" sz="800" dirty="0"/>
              <a:t> </a:t>
            </a:r>
            <a:r>
              <a:rPr lang="ko-KR" altLang="en-US" sz="800" dirty="0" err="1"/>
              <a:t>hh:nn:ss</a:t>
            </a:r>
            <a:r>
              <a:rPr lang="ko-KR" altLang="en-US" sz="800" dirty="0"/>
              <a:t>','-',':');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:= '--- 설치완료: ' + </a:t>
            </a:r>
            <a:r>
              <a:rPr lang="ko-KR" altLang="en-US" sz="800" dirty="0" err="1"/>
              <a:t>TimeStamp</a:t>
            </a:r>
            <a:r>
              <a:rPr lang="ko-KR" altLang="en-US" sz="800" dirty="0"/>
              <a:t> + ' ---' #13#10;</a:t>
            </a:r>
          </a:p>
          <a:p>
            <a:r>
              <a:rPr lang="ko-KR" altLang="en-US" sz="800" dirty="0"/>
              <a:t>    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('r21')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+ '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2021 ' +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+ ' (' +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 + ') 설치됨'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('r22')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+ '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2022 ' +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+ ' (' +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 + ') 설치됨'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('r23')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+ '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2023 ' +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+ ' (' +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 + ') 설치됨'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('r24')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+ '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2024 ' +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+ ' (' +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 + ') 설치됨' + #13#10;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if</a:t>
            </a:r>
            <a:r>
              <a:rPr lang="ko-KR" altLang="en-US" sz="800" dirty="0"/>
              <a:t> </a:t>
            </a:r>
            <a:r>
              <a:rPr lang="ko-KR" altLang="en-US" sz="800" dirty="0" err="1"/>
              <a:t>IsTaskSelected</a:t>
            </a:r>
            <a:r>
              <a:rPr lang="ko-KR" altLang="en-US" sz="800" dirty="0"/>
              <a:t>('r25') </a:t>
            </a:r>
            <a:r>
              <a:rPr lang="ko-KR" altLang="en-US" sz="800" dirty="0" err="1"/>
              <a:t>then</a:t>
            </a:r>
            <a:endParaRPr lang="ko-KR" altLang="en-US" sz="800" dirty="0"/>
          </a:p>
          <a:p>
            <a:r>
              <a:rPr lang="ko-KR" altLang="en-US" sz="800" dirty="0"/>
              <a:t>     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 + '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2025 ' + </a:t>
            </a:r>
            <a:r>
              <a:rPr lang="ko-KR" altLang="en-US" sz="800" dirty="0" err="1"/>
              <a:t>AppName</a:t>
            </a:r>
            <a:r>
              <a:rPr lang="ko-KR" altLang="en-US" sz="800" dirty="0"/>
              <a:t> + ' (' + </a:t>
            </a:r>
            <a:r>
              <a:rPr lang="ko-KR" altLang="en-US" sz="800" dirty="0" err="1"/>
              <a:t>AppVer</a:t>
            </a:r>
            <a:r>
              <a:rPr lang="ko-KR" altLang="en-US" sz="800" dirty="0"/>
              <a:t> + ') 설치됨' + #13#10;</a:t>
            </a:r>
          </a:p>
          <a:p>
            <a:r>
              <a:rPr lang="ko-KR" altLang="en-US" sz="800" dirty="0"/>
              <a:t>      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ForceDirectories</a:t>
            </a:r>
            <a:r>
              <a:rPr lang="ko-KR" altLang="en-US" sz="800" dirty="0"/>
              <a:t>(</a:t>
            </a:r>
            <a:r>
              <a:rPr lang="ko-KR" altLang="en-US" sz="800" dirty="0" err="1"/>
              <a:t>ExtractFilePath</a:t>
            </a:r>
            <a:r>
              <a:rPr lang="ko-KR" altLang="en-US" sz="800" dirty="0"/>
              <a:t>(</a:t>
            </a:r>
            <a:r>
              <a:rPr lang="ko-KR" altLang="en-US" sz="800" dirty="0" err="1"/>
              <a:t>LogPath</a:t>
            </a:r>
            <a:r>
              <a:rPr lang="ko-KR" altLang="en-US" sz="800" dirty="0"/>
              <a:t>));</a:t>
            </a:r>
          </a:p>
          <a:p>
            <a:r>
              <a:rPr lang="ko-KR" altLang="en-US" sz="800" dirty="0"/>
              <a:t>    </a:t>
            </a:r>
            <a:r>
              <a:rPr lang="ko-KR" altLang="en-US" sz="800" dirty="0" err="1"/>
              <a:t>SaveStringToFile</a:t>
            </a:r>
            <a:r>
              <a:rPr lang="ko-KR" altLang="en-US" sz="800" dirty="0"/>
              <a:t>(</a:t>
            </a:r>
            <a:r>
              <a:rPr lang="ko-KR" altLang="en-US" sz="800" dirty="0" err="1"/>
              <a:t>LogPath</a:t>
            </a:r>
            <a:r>
              <a:rPr lang="ko-KR" altLang="en-US" sz="800" dirty="0"/>
              <a:t>, </a:t>
            </a:r>
            <a:r>
              <a:rPr lang="ko-KR" altLang="en-US" sz="800" dirty="0" err="1"/>
              <a:t>LogText</a:t>
            </a:r>
            <a:r>
              <a:rPr lang="ko-KR" altLang="en-US" sz="800" dirty="0"/>
              <a:t>, </a:t>
            </a:r>
            <a:r>
              <a:rPr lang="ko-KR" altLang="en-US" sz="800" dirty="0" err="1"/>
              <a:t>True</a:t>
            </a:r>
            <a:r>
              <a:rPr lang="ko-KR" altLang="en-US" sz="800" dirty="0"/>
              <a:t>);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  <a:p>
            <a:r>
              <a:rPr lang="ko-KR" altLang="en-US" sz="800" dirty="0" err="1"/>
              <a:t>end</a:t>
            </a:r>
            <a:r>
              <a:rPr lang="ko-KR" altLang="en-US" sz="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9665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C3CE90-9BD4-14BA-DD86-18C2A35BC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558" y="942628"/>
            <a:ext cx="6677957" cy="24863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3965CC-B2B5-38D0-7ADA-B657BDFF1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120" y="3657191"/>
            <a:ext cx="4134427" cy="2038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79841C-EF40-DC0F-763B-A5087F1299BA}"/>
              </a:ext>
            </a:extLst>
          </p:cNvPr>
          <p:cNvSpPr txBox="1"/>
          <p:nvPr/>
        </p:nvSpPr>
        <p:spPr>
          <a:xfrm>
            <a:off x="8455937" y="4273236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설치 로그파일 생성</a:t>
            </a:r>
          </a:p>
        </p:txBody>
      </p:sp>
    </p:spTree>
    <p:extLst>
      <p:ext uri="{BB962C8B-B14F-4D97-AF65-F5344CB8AC3E}">
        <p14:creationId xmlns:p14="http://schemas.microsoft.com/office/powerpoint/2010/main" val="181849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4591A-D5C6-5872-AE87-BCA2EFDB2CA4}"/>
              </a:ext>
            </a:extLst>
          </p:cNvPr>
          <p:cNvSpPr txBox="1"/>
          <p:nvPr/>
        </p:nvSpPr>
        <p:spPr>
          <a:xfrm>
            <a:off x="191732" y="141620"/>
            <a:ext cx="8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Ver.0.4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BBEEA-138B-4588-B168-E4C90D86B979}"/>
              </a:ext>
            </a:extLst>
          </p:cNvPr>
          <p:cNvSpPr txBox="1"/>
          <p:nvPr/>
        </p:nvSpPr>
        <p:spPr>
          <a:xfrm>
            <a:off x="260287" y="916384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[</a:t>
            </a:r>
            <a:r>
              <a:rPr lang="ko-KR" altLang="en-US" sz="800" dirty="0" err="1"/>
              <a:t>Setup</a:t>
            </a:r>
            <a:r>
              <a:rPr lang="ko-KR" altLang="en-US" sz="800" dirty="0"/>
              <a:t>]</a:t>
            </a:r>
          </a:p>
          <a:p>
            <a:r>
              <a:rPr lang="ko-KR" altLang="en-US" sz="800" dirty="0" err="1"/>
              <a:t>AppName</a:t>
            </a:r>
            <a:r>
              <a:rPr lang="ko-KR" altLang="en-US" sz="800" dirty="0"/>
              <a:t>=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</a:t>
            </a:r>
            <a:r>
              <a:rPr lang="ko-KR" altLang="en-US" sz="800" dirty="0" err="1"/>
              <a:t>Test</a:t>
            </a:r>
            <a:endParaRPr lang="ko-KR" altLang="en-US" sz="800" dirty="0"/>
          </a:p>
          <a:p>
            <a:r>
              <a:rPr lang="ko-KR" altLang="en-US" sz="800" dirty="0" err="1"/>
              <a:t>AppVersion</a:t>
            </a:r>
            <a:r>
              <a:rPr lang="ko-KR" altLang="en-US" sz="800" dirty="0"/>
              <a:t>=0.4</a:t>
            </a:r>
          </a:p>
          <a:p>
            <a:r>
              <a:rPr lang="ko-KR" altLang="en-US" sz="800" dirty="0" err="1"/>
              <a:t>DefaultDirName</a:t>
            </a:r>
            <a:r>
              <a:rPr lang="ko-KR" altLang="en-US" sz="800" dirty="0"/>
              <a:t>={</a:t>
            </a:r>
            <a:r>
              <a:rPr lang="ko-KR" altLang="en-US" sz="800" dirty="0" err="1"/>
              <a:t>userappdata</a:t>
            </a:r>
            <a:r>
              <a:rPr lang="ko-KR" altLang="en-US" sz="800" dirty="0"/>
              <a:t>}\</a:t>
            </a:r>
            <a:r>
              <a:rPr lang="ko-KR" altLang="en-US" sz="800" dirty="0" err="1"/>
              <a:t>RevitAddinInstallerTest</a:t>
            </a:r>
            <a:endParaRPr lang="ko-KR" altLang="en-US" sz="800" dirty="0"/>
          </a:p>
          <a:p>
            <a:r>
              <a:rPr lang="ko-KR" altLang="en-US" sz="800" dirty="0" err="1"/>
              <a:t>DisableDirPage</a:t>
            </a:r>
            <a:r>
              <a:rPr lang="ko-KR" altLang="en-US" sz="800" dirty="0"/>
              <a:t>=</a:t>
            </a:r>
            <a:r>
              <a:rPr lang="ko-KR" altLang="en-US" sz="800" dirty="0" err="1"/>
              <a:t>yes</a:t>
            </a:r>
            <a:endParaRPr lang="ko-KR" altLang="en-US" sz="800" dirty="0"/>
          </a:p>
          <a:p>
            <a:r>
              <a:rPr lang="ko-KR" altLang="en-US" sz="800" dirty="0" err="1"/>
              <a:t>OutputDir</a:t>
            </a:r>
            <a:r>
              <a:rPr lang="ko-KR" altLang="en-US" sz="800" dirty="0"/>
              <a:t>=\\</a:t>
            </a:r>
            <a:r>
              <a:rPr lang="ko-KR" altLang="en-US" sz="800" dirty="0" err="1"/>
              <a:t>idea</a:t>
            </a:r>
            <a:r>
              <a:rPr lang="ko-KR" altLang="en-US" sz="800" dirty="0"/>
              <a:t>\</a:t>
            </a:r>
            <a:r>
              <a:rPr lang="ko-KR" altLang="en-US" sz="800" dirty="0" err="1"/>
              <a:t>home</a:t>
            </a:r>
            <a:r>
              <a:rPr lang="ko-KR" altLang="en-US" sz="800" dirty="0"/>
              <a:t>\</a:t>
            </a:r>
            <a:r>
              <a:rPr lang="ko-KR" altLang="en-US" sz="800" dirty="0" err="1"/>
              <a:t>test</a:t>
            </a:r>
            <a:endParaRPr lang="ko-KR" altLang="en-US" sz="800" dirty="0"/>
          </a:p>
          <a:p>
            <a:r>
              <a:rPr lang="ko-KR" altLang="en-US" sz="800" dirty="0" err="1"/>
              <a:t>OutputBaseFilename</a:t>
            </a:r>
            <a:r>
              <a:rPr lang="ko-KR" altLang="en-US" sz="800" dirty="0"/>
              <a:t>=</a:t>
            </a:r>
            <a:r>
              <a:rPr lang="ko-KR" altLang="en-US" sz="800" dirty="0" err="1"/>
              <a:t>Revit</a:t>
            </a:r>
            <a:r>
              <a:rPr lang="ko-KR" altLang="en-US" sz="800" dirty="0"/>
              <a:t> </a:t>
            </a:r>
            <a:r>
              <a:rPr lang="ko-KR" altLang="en-US" sz="800" dirty="0" err="1"/>
              <a:t>Add-in</a:t>
            </a:r>
            <a:r>
              <a:rPr lang="ko-KR" altLang="en-US" sz="800" dirty="0"/>
              <a:t> </a:t>
            </a:r>
            <a:r>
              <a:rPr lang="ko-KR" altLang="en-US" sz="800" dirty="0" err="1"/>
              <a:t>Installer</a:t>
            </a:r>
            <a:r>
              <a:rPr lang="ko-KR" altLang="en-US" sz="800" dirty="0"/>
              <a:t> Test.v0.4</a:t>
            </a:r>
          </a:p>
          <a:p>
            <a:r>
              <a:rPr lang="ko-KR" altLang="en-US" sz="800" dirty="0" err="1"/>
              <a:t>Compression</a:t>
            </a:r>
            <a:r>
              <a:rPr lang="ko-KR" altLang="en-US" sz="800" dirty="0"/>
              <a:t>=</a:t>
            </a:r>
            <a:r>
              <a:rPr lang="ko-KR" altLang="en-US" sz="800" dirty="0" err="1"/>
              <a:t>lzma</a:t>
            </a:r>
            <a:endParaRPr lang="ko-KR" altLang="en-US" sz="800" dirty="0"/>
          </a:p>
          <a:p>
            <a:r>
              <a:rPr lang="ko-KR" altLang="en-US" sz="800" dirty="0" err="1"/>
              <a:t>SolidCompression</a:t>
            </a:r>
            <a:r>
              <a:rPr lang="ko-KR" altLang="en-US" sz="800" dirty="0"/>
              <a:t>=</a:t>
            </a:r>
            <a:r>
              <a:rPr lang="ko-KR" altLang="en-US" sz="800" dirty="0" err="1"/>
              <a:t>yes</a:t>
            </a:r>
            <a:endParaRPr lang="ko-KR" altLang="en-US" sz="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42ACFA-A228-C391-9446-9FBF7AE6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10" y="2417214"/>
            <a:ext cx="5811061" cy="1552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A3ED0B-C357-AA4A-354D-49FC8BCAEF75}"/>
              </a:ext>
            </a:extLst>
          </p:cNvPr>
          <p:cNvSpPr txBox="1"/>
          <p:nvPr/>
        </p:nvSpPr>
        <p:spPr>
          <a:xfrm>
            <a:off x="7985156" y="2779414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/>
              <a:t>공유폴더</a:t>
            </a:r>
            <a:r>
              <a:rPr lang="ko-KR" altLang="en-US" dirty="0"/>
              <a:t> 활용 가능</a:t>
            </a:r>
          </a:p>
        </p:txBody>
      </p:sp>
    </p:spTree>
    <p:extLst>
      <p:ext uri="{BB962C8B-B14F-4D97-AF65-F5344CB8AC3E}">
        <p14:creationId xmlns:p14="http://schemas.microsoft.com/office/powerpoint/2010/main" val="206880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CC189E7-1E73-0D79-41E2-9D0EC90FA5B9}"/>
              </a:ext>
            </a:extLst>
          </p:cNvPr>
          <p:cNvSpPr/>
          <p:nvPr/>
        </p:nvSpPr>
        <p:spPr>
          <a:xfrm>
            <a:off x="724277" y="407406"/>
            <a:ext cx="2399169" cy="13761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개발</a:t>
            </a:r>
            <a:endParaRPr lang="en-US" altLang="ko-KR" dirty="0"/>
          </a:p>
          <a:p>
            <a:pPr algn="ctr"/>
            <a:r>
              <a:rPr lang="en-US" altLang="ko-KR" dirty="0"/>
              <a:t>(coding)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808BD2-5049-B261-5986-AA8BDFC2EB21}"/>
              </a:ext>
            </a:extLst>
          </p:cNvPr>
          <p:cNvSpPr/>
          <p:nvPr/>
        </p:nvSpPr>
        <p:spPr>
          <a:xfrm>
            <a:off x="3820562" y="407406"/>
            <a:ext cx="6156357" cy="13761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컴파일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dll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  <a:r>
              <a:rPr lang="en-US" altLang="ko-KR" dirty="0"/>
              <a:t>)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경로</a:t>
            </a:r>
            <a:r>
              <a:rPr lang="en-US" altLang="ko-KR" dirty="0"/>
              <a:t>: /</a:t>
            </a:r>
            <a:r>
              <a:rPr lang="en-US" altLang="ko-KR" dirty="0" err="1"/>
              <a:t>Appdata</a:t>
            </a:r>
            <a:r>
              <a:rPr lang="en-US" altLang="ko-KR" dirty="0"/>
              <a:t>/Roaming/Autodesk/Revit/</a:t>
            </a:r>
            <a:r>
              <a:rPr lang="en-US" altLang="ko-KR" dirty="0" err="1"/>
              <a:t>Addins</a:t>
            </a:r>
            <a:r>
              <a:rPr lang="en-US" altLang="ko-KR" dirty="0"/>
              <a:t>/{</a:t>
            </a:r>
            <a:r>
              <a:rPr lang="ko-KR" altLang="en-US" dirty="0"/>
              <a:t>버전</a:t>
            </a:r>
            <a:r>
              <a:rPr lang="en-US" altLang="ko-KR" dirty="0"/>
              <a:t>}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181B02-29BB-47D8-C02B-CE0B9C619485}"/>
              </a:ext>
            </a:extLst>
          </p:cNvPr>
          <p:cNvSpPr/>
          <p:nvPr/>
        </p:nvSpPr>
        <p:spPr>
          <a:xfrm>
            <a:off x="724277" y="2553077"/>
            <a:ext cx="4164594" cy="13761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설치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iss</a:t>
            </a:r>
            <a:r>
              <a:rPr lang="en-US" altLang="ko-KR" dirty="0"/>
              <a:t> script </a:t>
            </a:r>
            <a:r>
              <a:rPr lang="ko-KR" altLang="en-US" dirty="0"/>
              <a:t>문서를 통해 </a:t>
            </a:r>
            <a:r>
              <a:rPr lang="en-US" altLang="ko-KR" dirty="0"/>
              <a:t>exe </a:t>
            </a:r>
            <a:r>
              <a:rPr lang="ko-KR" altLang="en-US" dirty="0"/>
              <a:t>파일 생성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D71868C-84AA-07CA-3D91-FA59B06E5956}"/>
              </a:ext>
            </a:extLst>
          </p:cNvPr>
          <p:cNvSpPr/>
          <p:nvPr/>
        </p:nvSpPr>
        <p:spPr>
          <a:xfrm>
            <a:off x="6328373" y="2553077"/>
            <a:ext cx="5441132" cy="13761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exe </a:t>
            </a:r>
            <a:r>
              <a:rPr lang="ko-KR" altLang="en-US" dirty="0"/>
              <a:t>파일을 통해 </a:t>
            </a:r>
            <a:r>
              <a:rPr lang="en-US" altLang="ko-KR" dirty="0"/>
              <a:t>User </a:t>
            </a:r>
            <a:r>
              <a:rPr lang="ko-KR" altLang="en-US" dirty="0"/>
              <a:t>경로에 </a:t>
            </a:r>
            <a:r>
              <a:rPr lang="en-US" altLang="ko-KR" dirty="0" err="1"/>
              <a:t>dll</a:t>
            </a:r>
            <a:r>
              <a:rPr lang="en-US" altLang="ko-KR" dirty="0"/>
              <a:t>, </a:t>
            </a:r>
            <a:r>
              <a:rPr lang="en-US" altLang="ko-KR" dirty="0" err="1"/>
              <a:t>addin</a:t>
            </a:r>
            <a:r>
              <a:rPr lang="en-US" altLang="ko-KR" dirty="0"/>
              <a:t> </a:t>
            </a:r>
            <a:r>
              <a:rPr lang="ko-KR" altLang="en-US" dirty="0"/>
              <a:t>파일 복사</a:t>
            </a:r>
          </a:p>
        </p:txBody>
      </p:sp>
    </p:spTree>
    <p:extLst>
      <p:ext uri="{BB962C8B-B14F-4D97-AF65-F5344CB8AC3E}">
        <p14:creationId xmlns:p14="http://schemas.microsoft.com/office/powerpoint/2010/main" val="211173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980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33C8C5-8ACA-3008-57EF-A33646E6C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" y="0"/>
            <a:ext cx="4696480" cy="36866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28F068-B6A6-5E8B-40F1-7986F2436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875" y="0"/>
            <a:ext cx="4772691" cy="36485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BDD3CE-1A04-94A5-4DDF-262F6B302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125" y="3190363"/>
            <a:ext cx="4696480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40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A6FDFA-5DCF-8293-E432-3C580890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978" y="0"/>
            <a:ext cx="4734586" cy="36771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D6BC73-B20C-13DB-A641-C91A7CEAA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96480" cy="36676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78DCCC-8A01-63CF-C708-2C5C45794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2" y="3180837"/>
            <a:ext cx="4677428" cy="36771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CB9EB2F-0379-0E12-BCB6-38D027101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978" y="3142732"/>
            <a:ext cx="473458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22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745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1473</Words>
  <Application>Microsoft Office PowerPoint</Application>
  <PresentationFormat>와이드스크린</PresentationFormat>
  <Paragraphs>196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강지수</dc:creator>
  <cp:lastModifiedBy>강지수</cp:lastModifiedBy>
  <cp:revision>4</cp:revision>
  <dcterms:created xsi:type="dcterms:W3CDTF">2025-04-18T00:31:36Z</dcterms:created>
  <dcterms:modified xsi:type="dcterms:W3CDTF">2025-04-21T06:30:27Z</dcterms:modified>
</cp:coreProperties>
</file>