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CD3C0-4ED6-0AE5-0548-C8B117D3A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9E5FF5-EBDA-E94B-D8BB-8DC847B20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F8BF0-66F3-4DB5-70C3-6DB99B99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BF0E0D-74D2-A562-AA90-6B750601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9CB477-EEAD-4002-7B96-75A0EC160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645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4005FC-3611-FE31-6DF9-EEBCC48F2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11F20C-831F-A7BB-9CD3-F1172776F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C51A18-AE61-6B52-6AF3-524FBAF91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C20BD1-C7DA-27E4-715B-953F6CC5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CA5207-5A67-48DE-209E-CB9ABF63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16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91085F-E96B-3967-8056-CAB9D556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AE3097-45CC-D37F-4909-561768F40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EA8CA4-CEDA-AAE5-EEC8-C79CA47C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2C0A8-A49C-DB27-CBCA-3B99D749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DB405D-B32D-0FC6-E2F8-CE89FDFA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95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7D85C-2F8E-20F0-7506-B1748B7EC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27A62-E113-EC16-AF7E-24BAA9D42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C6211F-D6F0-C1F4-4D95-BBE2AF266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03F6-5C5F-2AEB-6795-786509380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1801CF-11A4-79DA-D022-E766CCC0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8AD9E4-844A-5972-44AF-B8B6BFAD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760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91A05-6EFA-FDD4-615F-D10C4F90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1BDF37-8BC3-DDF8-236D-F9F8A617F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6426DE-7246-FB10-3098-37BDE4394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33131E-41B5-CBEB-461E-C63FCAEF4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33892D3-D72A-BCE5-C2FE-DD739348A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4E26D0-2E11-133E-4DA5-852F2AA7A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2695D7-D768-34EA-EFBA-B8DD97CF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68017B3-FD50-CBB7-9C93-000DDF4A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107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4D41D-DE07-F94F-5A61-6945B3CD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5EF411B-7496-3A5F-4F41-17F83CBD8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FCAFCE-9639-BD4B-E882-0313CFA95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9ABF1A-B75F-EEA7-F3AE-EA8F4886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62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E763BB8-271E-FE29-715D-39D8749D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22A5AD-E2E6-F497-CD30-704FCF733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D585E-A9F7-9145-934E-8AA09F9F7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883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6984-1B32-1294-3B74-605869F3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6DF510-1CFB-DA28-BB97-5A0F57F6F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682C23-6C28-08DB-0951-AAA2B3166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48AE96-8EF4-D9AC-6B57-5D5AA65A6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0E3536-25BF-7452-04DD-68F4943F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4B079A-B90C-2123-D118-69287192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21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24446-35DE-DE45-5248-81AF0192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E05F86-83D1-0394-F513-11EB5F57F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C12C7E-A200-24EC-C388-1E2746462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D04C18-4578-1774-0B2F-320FA0EDD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1B688F-3553-BB16-F708-3BED62B2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B9A85-23F3-3AA4-0465-039086C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063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40549-2330-AE86-BB6E-682285F78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234D93-03FB-FCB8-AD2A-01222803D9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85596D-D96E-73A9-091C-7E7FCD31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4C8AFB-3416-8AAA-1934-0FACF3F7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AB91-52EA-A9BB-C8AF-F59728B1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48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89F9F2-3514-68D2-C417-15841846D0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A07B44-584B-CB11-6639-A92F7769E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9365D4-12AC-CEC8-8246-326E2D12C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43709-FC7D-B022-D543-6D275146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D1B11-7D8A-8F8E-6FAB-3828B1FA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113481C-A8D7-8B94-9D6E-302D98417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A4D44-AF68-7D5E-6E69-A0B704CB6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0F6889-A86F-1FDF-CA62-CE6E13A91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050F98-7AF1-92A1-AC67-5B19C9B8E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4FFA7-399F-D3A5-0225-1C366331C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97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89CC4A-F213-0085-5E08-41B790A44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6" y="491167"/>
            <a:ext cx="4858428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AE9D9CE-A01A-379B-2466-36E6D871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785" y="519746"/>
            <a:ext cx="4839375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9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2E79E8-15F0-8179-1D82-5D56BAEC6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6" y="328204"/>
            <a:ext cx="4944165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A2FAA7-F102-139B-6364-2B66D556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763" y="328204"/>
            <a:ext cx="4896533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34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207AFD2-F1DA-20D6-A4DD-005B1A6A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2" y="240379"/>
            <a:ext cx="616353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90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D3BDC6-2DC6-F1A8-310A-11AD37B4A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18" y="558589"/>
            <a:ext cx="642074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0E3DFB7-70E7-D924-C1A3-9D7100C05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3" y="3606666"/>
            <a:ext cx="7592485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81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498C9-C581-383A-F91F-FAC3F6361B87}"/>
              </a:ext>
            </a:extLst>
          </p:cNvPr>
          <p:cNvSpPr txBox="1"/>
          <p:nvPr/>
        </p:nvSpPr>
        <p:spPr>
          <a:xfrm>
            <a:off x="187860" y="1792586"/>
            <a:ext cx="609750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=0.2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autopf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Test.v0.2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05FF5-5B77-036A-ED34-D5B46976A217}"/>
              </a:ext>
            </a:extLst>
          </p:cNvPr>
          <p:cNvSpPr txBox="1"/>
          <p:nvPr/>
        </p:nvSpPr>
        <p:spPr>
          <a:xfrm>
            <a:off x="7276722" y="1792586"/>
            <a:ext cx="457426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여부를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B33EB-61B4-6597-9573-842FD719B012}"/>
              </a:ext>
            </a:extLst>
          </p:cNvPr>
          <p:cNvSpPr txBox="1"/>
          <p:nvPr/>
        </p:nvSpPr>
        <p:spPr>
          <a:xfrm>
            <a:off x="841973" y="624689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Ver.0.1</a:t>
            </a:r>
          </a:p>
        </p:txBody>
      </p:sp>
    </p:spTree>
    <p:extLst>
      <p:ext uri="{BB962C8B-B14F-4D97-AF65-F5344CB8AC3E}">
        <p14:creationId xmlns:p14="http://schemas.microsoft.com/office/powerpoint/2010/main" val="575712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48D31-4077-6597-B375-7BF33F315C4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3AED3F-9AEF-D4B3-4C6E-2287A7321B2C}"/>
              </a:ext>
            </a:extLst>
          </p:cNvPr>
          <p:cNvSpPr txBox="1"/>
          <p:nvPr/>
        </p:nvSpPr>
        <p:spPr>
          <a:xfrm>
            <a:off x="194650" y="650369"/>
            <a:ext cx="609750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=0.3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Test.v0.3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✅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A69F9-7C49-DF28-4757-018164080CFE}"/>
              </a:ext>
            </a:extLst>
          </p:cNvPr>
          <p:cNvSpPr txBox="1"/>
          <p:nvPr/>
        </p:nvSpPr>
        <p:spPr>
          <a:xfrm>
            <a:off x="6509441" y="510952"/>
            <a:ext cx="505183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파일 설치 조건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556248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C942AB-FAFB-693B-B112-5A7136AE080B}"/>
              </a:ext>
            </a:extLst>
          </p:cNvPr>
          <p:cNvSpPr txBox="1"/>
          <p:nvPr/>
        </p:nvSpPr>
        <p:spPr>
          <a:xfrm>
            <a:off x="278394" y="558222"/>
            <a:ext cx="609750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</a:t>
            </a:r>
            <a:r>
              <a:rPr lang="ko-KR" altLang="en-US" sz="800" dirty="0" err="1"/>
              <a:t>Task</a:t>
            </a:r>
            <a:r>
              <a:rPr lang="ko-KR" altLang="en-US" sz="800" dirty="0"/>
              <a:t> 페이지 이후 넘어갈 때 설치 대상 존재 여부 확인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NextButtonClick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: </a:t>
            </a:r>
            <a:r>
              <a:rPr lang="ko-KR" altLang="en-US" sz="800" dirty="0" err="1"/>
              <a:t>Integer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 = </a:t>
            </a:r>
            <a:r>
              <a:rPr lang="ko-KR" altLang="en-US" sz="800" dirty="0" err="1"/>
              <a:t>wpSelectTasks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'';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2025' +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&lt;&gt; ''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MsgBox</a:t>
            </a:r>
            <a:r>
              <a:rPr lang="ko-KR" altLang="en-US" sz="800" dirty="0"/>
              <a:t>('다음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버전이 설치되어 있지 않아 설치를 중단합니다:' + #13#10 + #13#10 +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, </a:t>
            </a:r>
            <a:r>
              <a:rPr lang="ko-KR" altLang="en-US" sz="800" dirty="0" err="1"/>
              <a:t>mbError</a:t>
            </a:r>
            <a:r>
              <a:rPr lang="ko-KR" altLang="en-US" sz="800" dirty="0"/>
              <a:t>, MB_OK);</a:t>
            </a:r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False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26FED-8393-1B36-3B73-5F6AB0EFE4B2}"/>
              </a:ext>
            </a:extLst>
          </p:cNvPr>
          <p:cNvSpPr txBox="1"/>
          <p:nvPr/>
        </p:nvSpPr>
        <p:spPr>
          <a:xfrm>
            <a:off x="6559236" y="558221"/>
            <a:ext cx="545471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// ✅ 설치 완료 후 로그 저장</a:t>
            </a:r>
          </a:p>
          <a:p>
            <a:r>
              <a:rPr lang="ko-KR" altLang="en-US" sz="800" dirty="0" err="1"/>
              <a:t>procedure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CurStepChanged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: </a:t>
            </a:r>
            <a:r>
              <a:rPr lang="ko-KR" altLang="en-US" sz="800" dirty="0" err="1"/>
              <a:t>TSetupStep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,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 = </a:t>
            </a:r>
            <a:r>
              <a:rPr lang="ko-KR" altLang="en-US" sz="800" dirty="0" err="1"/>
              <a:t>ssPostInstall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:= '0.3';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:=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install_log.txt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GetDateTimeString</a:t>
            </a:r>
            <a:r>
              <a:rPr lang="ko-KR" altLang="en-US" sz="800" dirty="0"/>
              <a:t>('</a:t>
            </a:r>
            <a:r>
              <a:rPr lang="ko-KR" altLang="en-US" sz="800" dirty="0" err="1"/>
              <a:t>yyyy-mm-dd</a:t>
            </a:r>
            <a:r>
              <a:rPr lang="ko-KR" altLang="en-US" sz="800" dirty="0"/>
              <a:t> </a:t>
            </a:r>
            <a:r>
              <a:rPr lang="ko-KR" altLang="en-US" sz="800" dirty="0" err="1"/>
              <a:t>hh:nn:ss</a:t>
            </a:r>
            <a:r>
              <a:rPr lang="ko-KR" altLang="en-US" sz="800" dirty="0"/>
              <a:t>','-',':');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'--- 설치완료: ' +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+ ' ---'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ForceDirectories</a:t>
            </a:r>
            <a:r>
              <a:rPr lang="ko-KR" altLang="en-US" sz="800" dirty="0"/>
              <a:t>(</a:t>
            </a:r>
            <a:r>
              <a:rPr lang="ko-KR" altLang="en-US" sz="800" dirty="0" err="1"/>
              <a:t>ExtractFilePath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));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SaveStringToFile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,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9665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C3CE90-9BD4-14BA-DD86-18C2A35BC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58" y="942628"/>
            <a:ext cx="6677957" cy="24863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3965CC-B2B5-38D0-7ADA-B657BDFF1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4623" y="3838260"/>
            <a:ext cx="4134427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99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1376</Words>
  <Application>Microsoft Office PowerPoint</Application>
  <PresentationFormat>와이드스크린</PresentationFormat>
  <Paragraphs>175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강지수</dc:creator>
  <cp:lastModifiedBy>강지수</cp:lastModifiedBy>
  <cp:revision>1</cp:revision>
  <dcterms:created xsi:type="dcterms:W3CDTF">2025-04-18T00:31:36Z</dcterms:created>
  <dcterms:modified xsi:type="dcterms:W3CDTF">2025-04-18T05:44:29Z</dcterms:modified>
</cp:coreProperties>
</file>